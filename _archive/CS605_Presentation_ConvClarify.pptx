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CS605  ·  Natural Language Processing for Smart Assistants  ·  Candidate Project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ConvClarify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to Ask Clarification Questions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Multi-Turn Conversation History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1480" y="2395728"/>
            <a:ext cx="118872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560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Project 3: Interactive Clarification for Conversational AI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1572768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CAMBIGNQ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93976" y="2944368"/>
            <a:ext cx="1572768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93976" y="29443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Contrastive Learning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76472" y="2944368"/>
            <a:ext cx="1572768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29443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Modelling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58968" y="2944368"/>
            <a:ext cx="1572768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8968" y="29443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 Generation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41464" y="2944368"/>
            <a:ext cx="1572768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41464" y="29443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DTES Transfer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46451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 and Information Systems  ·  Singapore Management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existing clarification systems fail — and why we need a fundamentally different approach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CS605  ·  ConvClarify  ·  Candidate Project 3: Interactive Clarification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097280"/>
            <a:ext cx="2697480" cy="19659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97280"/>
            <a:ext cx="54864" cy="1965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704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Current systems always generate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24871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are prompted to always produce a response — even when query intent is unclear. No mechanism to detect when clarification is needed.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697480" cy="19659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97280"/>
            <a:ext cx="54864" cy="1965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1704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Linguistic features are brittle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10128" y="1481328"/>
            <a:ext cx="24871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 words mean different things across domains. 'When' is precise in doctrine (specifies phase) but vague in open QA. Same surface — different ambiguity.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44768" y="1097280"/>
            <a:ext cx="2697480" cy="19659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097280"/>
            <a:ext cx="54864" cy="1965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1704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Single-turn models miss the picture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54496" y="1481328"/>
            <a:ext cx="24871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at the initial query alone is insufficient. Ambiguity resolves across turns — the full conversation tells you whether clarification was needed.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200400"/>
            <a:ext cx="8631936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200400"/>
            <a:ext cx="8631936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2278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Insight: Learn from the conversation itself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35478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Clarification behaviour is observable ground truth. If a conversation required a clarification turn, the query WAS ambiguous — by definition. We learn what conversation states precede clarification, not what surface words look ambiguous. No hand-crafted features. No domain-sensitive heuristics. Just conversation patterns.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research threads that directly motivate ConvClarify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CS605  ·  ConvClarify  ·  Candidate Project 3: Interactive Clarification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097280"/>
            <a:ext cx="269748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97280"/>
            <a:ext cx="54864" cy="3520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70432"/>
            <a:ext cx="914400" cy="23774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1704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2025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1463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to Clarify (Chen et al.)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1810512"/>
            <a:ext cx="24871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Proposes Action-Based Contrastive Self-Training (ACT) using Direct Preference Optimisation. Key finding: LLMs trained only on positive examples overhedge instead of asking targeted questions. Contrastive training on (clarify-needed, resolve-directly) pairs significantly improves disambiguation.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4325112"/>
            <a:ext cx="2697480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34340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Our method extends ACT to high-stakes procedural QA.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69748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097280"/>
            <a:ext cx="54864" cy="3520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170432"/>
            <a:ext cx="914400" cy="23774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1704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2023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91840" y="1463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on Clarification Questions (Rahmani et al.)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0" y="1810512"/>
            <a:ext cx="24871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Catalogues clarification question datasets across conversational systems. Notes that most datasets are single-domain and single-turn — motivating the need for cross-domain multi-turn evaluation like our DTES doctrine evaluation set.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4325112"/>
            <a:ext cx="269748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434340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Justifies our DTES multi-domain evaluation design.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44768" y="1097280"/>
            <a:ext cx="269748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1097280"/>
            <a:ext cx="54864" cy="3520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6208" y="1170432"/>
            <a:ext cx="914400" cy="23774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11704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2026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36208" y="1463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KnowGuard (Dang et al.)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6208" y="1810512"/>
            <a:ext cx="24871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Knowledge-driven abstention for multi-round clinical reasoning. Shows that conversation-aware abstention (considering full dialogue history) significantly outperforms single-turn approaches in high-stakes medical domains.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44768" y="4325112"/>
            <a:ext cx="2697480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434340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Validates multi-turn modelling in high-stakes settings.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Definition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sub-tasks — both learned from conversation, no hand-crafted features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CS605  ·  ConvClarify  ·  Candidate Project 3: Interactive Clarification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6032" y="10972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as Learning Signal (CAMBIGNQ)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417320"/>
            <a:ext cx="4480560" cy="58521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417320"/>
            <a:ext cx="54864" cy="58521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63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1  (Initial)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166420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should a commander request fire support?"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075688"/>
            <a:ext cx="4480560" cy="585216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075688"/>
            <a:ext cx="54864" cy="58521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214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Clarify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" y="232257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phase — pre-assault, assault, or consolidation?"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734056"/>
            <a:ext cx="4480560" cy="585216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734056"/>
            <a:ext cx="54864" cy="58521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7797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2  (Response)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4048" y="298094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"During the assault phase, urban setting."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3392424"/>
            <a:ext cx="4480560" cy="58521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392424"/>
            <a:ext cx="54864" cy="5852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438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Answer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4048" y="363931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[Grounded doctrine answer — resolved in 2 turns]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6032" y="413308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This entire trajectory is the training signal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0" y="1097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Sub-Tasks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1417320"/>
            <a:ext cx="3840480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0" y="1417320"/>
            <a:ext cx="54864" cy="1325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38928" y="1490472"/>
            <a:ext cx="502920" cy="21945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14904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15000" y="1490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Clarification Need Prediction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38928" y="17647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p(clarify | H_t) ∈ [0,1]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from conversation trajectories.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hand-crafted linguistic features.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29200" y="2834640"/>
            <a:ext cx="3840480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0" y="2834640"/>
            <a:ext cx="54864" cy="1325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38928" y="2907792"/>
            <a:ext cx="50292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8928" y="29077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715000" y="29077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Clarification Question Generation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138928" y="318211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c* = T5(H_t + retrieved passage)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targeted question that maximally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ambiguity in one follow-up turn.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ConvClarify Architecture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learned components — no hand-crafted features anywhere in the pipeline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CS605  ·  ConvClarify  ·  Candidate Project 3: Interactive Clarification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078992"/>
            <a:ext cx="2651760" cy="2788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78992"/>
            <a:ext cx="2651760" cy="31089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97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4630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" y="1993392"/>
            <a:ext cx="23774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BERT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Token-level → Turn-level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Pooling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Learns: how meaning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evolves across turns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initial query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852928" y="233172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0" y="1078992"/>
            <a:ext cx="2651760" cy="2788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78992"/>
            <a:ext cx="2651760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097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4630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Clarification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Network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1840" y="1993392"/>
            <a:ext cx="23774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p(clarify | H_t)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Contrastive training: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τ⁺ = CAMBIGNQ clarify turns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τ⁻ = AmbigNQ direct answers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labels — learned from data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797296" y="233172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44768" y="1078992"/>
            <a:ext cx="2651760" cy="2788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1078992"/>
            <a:ext cx="2651760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1097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6208" y="14630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Clarification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Generator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36208" y="1993392"/>
            <a:ext cx="23774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 fine-tuned 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CAMBIGNQ pairs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H_t + retrieved passage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targeted c*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type labels — learned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conversation patterns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4005072"/>
            <a:ext cx="8631936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02336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Contrastive Loss — following Chen et al. ICLR 2025 (ACT framework)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4279392"/>
            <a:ext cx="8631936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2976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τ⁺ = conversation that needed clarification (CAMBIGNQ)    τ⁻ = conversation resolved directly (AmbigNQ unambiguous split)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44988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 =  −log σ( p(clarify | τ⁺) − p(clarify | τ⁻) )  +  λ · L_generation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&amp; Domain Transfer Evaluation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CAMBIGNQ for training — DTES for high-stakes domain transfer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CS605  ·  ConvClarify  ·  Candidate Project 3: Interactive Clarification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078992"/>
            <a:ext cx="265176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78992"/>
            <a:ext cx="54864" cy="1828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52144"/>
            <a:ext cx="1371600" cy="23774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1521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Training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463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CAMBIGNQ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1783080"/>
            <a:ext cx="2423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5,653 multi-turn conversations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 query → Clarification 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User response → Resolved answer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 — CC BY 4.0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1078992"/>
            <a:ext cx="265176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78992"/>
            <a:ext cx="54864" cy="1828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152144"/>
            <a:ext cx="1371600" cy="23774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1521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Examples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10128" y="1463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AmbigNQ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1783080"/>
            <a:ext cx="2423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14,042 NQ-open questions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Unambiguous split (singleAnswer)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as τ⁻ trajectories for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contrastive training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44768" y="1078992"/>
            <a:ext cx="265176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1078992"/>
            <a:ext cx="54864" cy="182880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6208" y="1152144"/>
            <a:ext cx="1371600" cy="237744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1521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Transfer Eval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54496" y="1463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DTES (This Work)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54496" y="1783080"/>
            <a:ext cx="2423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doctrine queries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public US Army FM Manuals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(armypubs.army.mil)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ambiguity types · 2 annotators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6032" y="3035808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DTES — 5 Ambiguity Types (50 queries)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337560"/>
            <a:ext cx="863193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3337560"/>
            <a:ext cx="54864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649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057400" y="33649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When should a commander request fire support?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43600" y="336499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Transfers well — shared linguistic patterns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6032" y="3639312"/>
            <a:ext cx="8631936" cy="2743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3639312"/>
            <a:ext cx="54864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6667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/ Actor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057400" y="36667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Who approves the use of force?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943600" y="366674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Transfers well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6032" y="3941064"/>
            <a:ext cx="863193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" y="3941064"/>
            <a:ext cx="54864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9684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/ Scope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057400" y="3968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What level of force is appropriate?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943600" y="396849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transfer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56032" y="4242816"/>
            <a:ext cx="8631936" cy="2743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4242816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2702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Conflict ★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057400" y="42702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Which SOP applies when two orders conflict?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43600" y="427024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transfer — doctrine-specific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56032" y="4544568"/>
            <a:ext cx="863193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6032" y="4544568"/>
            <a:ext cx="54864" cy="2743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5720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Doctrine Silence ★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057400" y="4572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What is the procedure for AI-assisted targeting?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943600" y="457200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— motivates domain adaptation (IBAD v2)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6032" y="484632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Novel categories absent from CAMBIGNQ — domain-specific ambiguity unique to procedural doctrine corpora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Protocol &amp; Baselines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interaction quality — the primary metric is end-to-end clarification success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CS605  ·  ConvClarify  ·  Candidate Project 3: Interactive Clarification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6032" y="10789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Evaluation (4 Turns)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4937760" cy="5212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389888"/>
            <a:ext cx="54864" cy="5212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264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1609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p(clarify | q, context)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Clarification need accuracy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6032" y="1984248"/>
            <a:ext cx="4937760" cy="5212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984248"/>
            <a:ext cx="54864" cy="5212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0208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4048" y="2203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c* via T5 (if CLARIFY)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0400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BLEU-4 / BERTScore vs CAMBIGNQ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6032" y="2578608"/>
            <a:ext cx="4937760" cy="5212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578608"/>
            <a:ext cx="54864" cy="5212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615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048" y="2798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response; update H_t; re-predict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0" y="2670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Turn reduction rate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" y="3172968"/>
            <a:ext cx="4937760" cy="5212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3172968"/>
            <a:ext cx="54864" cy="5212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2095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4048" y="33924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final grounded answer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0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Answer accuracy vs gold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3794760"/>
            <a:ext cx="493776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82219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Metric: Clarification Success Rate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7472" y="40233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ambiguous queries resolving to correct answer within 2 clarification turns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86400" y="10789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Baselines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1389888"/>
            <a:ext cx="33832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0" y="1389888"/>
            <a:ext cx="54864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14416" y="14356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Clarify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14416" y="16550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answer — cost of ignoring ambiguity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0" y="2075688"/>
            <a:ext cx="33832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0" y="2075688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14416" y="21214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Clarify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14416" y="23408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ask — cost of over-clarification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0" y="2761488"/>
            <a:ext cx="33832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0" y="2761488"/>
            <a:ext cx="54864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14416" y="28072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Ling. Features ★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14416" y="30266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hedge words → tests prof's concern: do features underperform conversation?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86400" y="3447288"/>
            <a:ext cx="33832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86400" y="3447288"/>
            <a:ext cx="54864" cy="594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14416" y="34930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Single-Turn BERT ★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14416" y="37124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on initial query only — tests value of multi-turn history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86400" y="4133088"/>
            <a:ext cx="33832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86400" y="4133088"/>
            <a:ext cx="54864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14416" y="41788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ConvClarify (Ours)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14416" y="43982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contrastive encoder + T5 + multi-turn history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86400" y="48280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These two ablations directly answer the linguistic feature challenge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Results &amp; Analysis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expect to find — and why it matters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CS605  ·  ConvClarify  ·  Candidate Project 3: Interactive Clarification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6032" y="10789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Main Results (CAMBIGNQ Test Set)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389888"/>
          <a:ext cx="5029200" cy="210312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005840"/>
                <a:gridCol w="1005840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Clarif. Need F1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BLEU-4 (c*)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Rate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Clarify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Clarify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Ling. Features 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Single-Turn BERT 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ConvClarify (Ours)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56032" y="35478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Linguistic features and single-turn BERT both underperform conversation learning — validating our approach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486400" y="10789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Transfer to DTES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0" y="1389888"/>
            <a:ext cx="338328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0" y="1389888"/>
            <a:ext cx="54864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14416" y="14356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/ Entity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479792" y="14356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~68%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14416" y="166420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conversation patterns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486400" y="2194560"/>
            <a:ext cx="338328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2194560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14416" y="2240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479792" y="22402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~54%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14416" y="24688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— context-dependent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486400" y="2999232"/>
            <a:ext cx="338328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0" y="2999232"/>
            <a:ext cx="54864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14416" y="3044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Conflict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479792" y="30449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~38%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614416" y="327355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— doctrine hierarchy unknown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486400" y="3803904"/>
            <a:ext cx="338328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486400" y="3803904"/>
            <a:ext cx="54864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14416" y="3849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Doctrine Silence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479792" y="38496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~21%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614416" y="407822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— novel category, no CAMBIGNQ parallel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486400" y="4645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the finding → motivates domain-specific extension in IBAD v2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contributions and what comes next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CS605  ·  ConvClarify  ·  Candidate Project 3: Interactive Clarification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6032" y="10789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Contribute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420624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389888"/>
            <a:ext cx="54864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463040"/>
            <a:ext cx="411480" cy="21945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4630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146304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Conversation-learning framework for clarification policy — no hand-crafted linguistic features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2139696"/>
            <a:ext cx="420624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139696"/>
            <a:ext cx="54864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212848"/>
            <a:ext cx="411480" cy="21945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2128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" y="221284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Contrastive training objective distinguishing clarification-needed from clarification-not-needed trajectories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2889504"/>
            <a:ext cx="420624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889504"/>
            <a:ext cx="54864" cy="6583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962656"/>
            <a:ext cx="41148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6265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" y="296265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evaluation protocol with Clarification Success Rate as the primary end-to-end metric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3639312"/>
            <a:ext cx="420624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639312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712464"/>
            <a:ext cx="41148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7124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" y="371246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DTES: 50-query doctrine transfer evaluation set from public FM manuals — reusable benchmark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1078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389888"/>
            <a:ext cx="4114800" cy="9326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389888"/>
            <a:ext cx="54864" cy="9326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Adaptation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82896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on small doctrine conversation set to close the DTES transfer gap — bridge to IBAD v2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2441448"/>
            <a:ext cx="4114800" cy="9326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441448"/>
            <a:ext cx="54864" cy="9326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2514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Clarification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82896" y="2788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before the user completes their query — anticipate ambiguity from partial utterances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3493008"/>
            <a:ext cx="4114800" cy="9326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493008"/>
            <a:ext cx="54864" cy="9326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2896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Transfer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82896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whether conversation-learned patterns transfer across language boundaries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6032" y="4462272"/>
            <a:ext cx="8631936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449884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message: Ambiguity is not a property of words — it is a property of conversations. Learn from conversations, and the signal is principled, observable, and domain-transferable.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ConvClarify: Learning to Ask Clarification Questions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Multi-Turn Conversation History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CS605 Natural Language Processing for Smart Assistants  ·  Candidate Project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Management University  ·  School of Computing and Information Systems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CS605 ConvClarify</dc:title>
  <dc:subject>PptxGenJS Presentation</dc:subject>
  <dc:creator>PptxGenJS</dc:creator>
  <cp:lastModifiedBy>PptxGenJS</cp:lastModifiedBy>
  <cp:revision>1</cp:revision>
  <dcterms:created xsi:type="dcterms:W3CDTF">2026-05-13T13:08:59Z</dcterms:created>
  <dcterms:modified xsi:type="dcterms:W3CDTF">2026-05-13T13:08:59Z</dcterms:modified>
</cp:coreProperties>
</file>