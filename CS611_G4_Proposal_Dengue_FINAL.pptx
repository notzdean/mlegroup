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9" r:id="rId4"/>
    <p:sldId id="259" r:id="rId5"/>
    <p:sldId id="260" r:id="rId6"/>
    <p:sldId id="273" r:id="rId7"/>
    <p:sldId id="261" r:id="rId8"/>
    <p:sldId id="274" r:id="rId9"/>
  </p:sldIdLst>
  <p:sldSz cx="18288000" cy="10287000"/>
  <p:notesSz cx="6858000" cy="9144000"/>
  <p:embeddedFontLst>
    <p:embeddedFont>
      <p:font typeface="Agrandir Wide Bold" panose="020B0604020202020204" charset="0"/>
      <p:regular r:id="rId10"/>
    </p:embeddedFont>
    <p:embeddedFont>
      <p:font typeface="Nunito" pitchFamily="2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6F2"/>
    <a:srgbClr val="303870"/>
    <a:srgbClr val="F4ED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2155B2-DC7E-4D16-BFA0-A12C8A9AB5F6}" v="551" dt="2026-05-21T04:18:37.581"/>
    <p1510:client id="{4F5ED19C-4B4F-F201-6C22-B9783A171175}" v="29" dt="2026-05-21T01:36:42.895"/>
    <p1510:client id="{53683C1F-325F-3B7D-F6C3-E8F913EC1154}" v="33" dt="2026-05-21T04:40:49.0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87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ana SARKAR" userId="S::ahana.s.2025@mitb.smu.edu.sg::a5fd6ee3-3711-4b27-80e9-5d31ab855a57" providerId="AD" clId="Web-{4F5ED19C-4B4F-F201-6C22-B9783A171175}"/>
    <pc:docChg chg="addSld delSld modSld">
      <pc:chgData name="Ahana SARKAR" userId="S::ahana.s.2025@mitb.smu.edu.sg::a5fd6ee3-3711-4b27-80e9-5d31ab855a57" providerId="AD" clId="Web-{4F5ED19C-4B4F-F201-6C22-B9783A171175}" dt="2026-05-21T01:36:42.895" v="19" actId="1076"/>
      <pc:docMkLst>
        <pc:docMk/>
      </pc:docMkLst>
      <pc:sldChg chg="addSp delSp modSp">
        <pc:chgData name="Ahana SARKAR" userId="S::ahana.s.2025@mitb.smu.edu.sg::a5fd6ee3-3711-4b27-80e9-5d31ab855a57" providerId="AD" clId="Web-{4F5ED19C-4B4F-F201-6C22-B9783A171175}" dt="2026-05-21T01:36:42.895" v="19" actId="1076"/>
        <pc:sldMkLst>
          <pc:docMk/>
          <pc:sldMk cId="0" sldId="258"/>
        </pc:sldMkLst>
        <pc:spChg chg="mod">
          <ac:chgData name="Ahana SARKAR" userId="S::ahana.s.2025@mitb.smu.edu.sg::a5fd6ee3-3711-4b27-80e9-5d31ab855a57" providerId="AD" clId="Web-{4F5ED19C-4B4F-F201-6C22-B9783A171175}" dt="2026-05-21T01:36:42.895" v="19" actId="1076"/>
          <ac:spMkLst>
            <pc:docMk/>
            <pc:sldMk cId="0" sldId="258"/>
            <ac:spMk id="7" creationId="{00000000-0000-0000-0000-000000000000}"/>
          </ac:spMkLst>
        </pc:spChg>
        <pc:spChg chg="add del">
          <ac:chgData name="Ahana SARKAR" userId="S::ahana.s.2025@mitb.smu.edu.sg::a5fd6ee3-3711-4b27-80e9-5d31ab855a57" providerId="AD" clId="Web-{4F5ED19C-4B4F-F201-6C22-B9783A171175}" dt="2026-05-21T01:36:01.815" v="5"/>
          <ac:spMkLst>
            <pc:docMk/>
            <pc:sldMk cId="0" sldId="258"/>
            <ac:spMk id="12" creationId="{0DE54B53-01CE-F0C3-C73A-519B0286942C}"/>
          </ac:spMkLst>
        </pc:spChg>
        <pc:spChg chg="add del">
          <ac:chgData name="Ahana SARKAR" userId="S::ahana.s.2025@mitb.smu.edu.sg::a5fd6ee3-3711-4b27-80e9-5d31ab855a57" providerId="AD" clId="Web-{4F5ED19C-4B4F-F201-6C22-B9783A171175}" dt="2026-05-21T01:36:06.752" v="7"/>
          <ac:spMkLst>
            <pc:docMk/>
            <pc:sldMk cId="0" sldId="258"/>
            <ac:spMk id="13" creationId="{E58C9B2D-ADA2-C604-9533-B2624ABC402F}"/>
          </ac:spMkLst>
        </pc:spChg>
        <pc:spChg chg="add mod">
          <ac:chgData name="Ahana SARKAR" userId="S::ahana.s.2025@mitb.smu.edu.sg::a5fd6ee3-3711-4b27-80e9-5d31ab855a57" providerId="AD" clId="Web-{4F5ED19C-4B4F-F201-6C22-B9783A171175}" dt="2026-05-21T01:36:17.144" v="17" actId="20577"/>
          <ac:spMkLst>
            <pc:docMk/>
            <pc:sldMk cId="0" sldId="258"/>
            <ac:spMk id="14" creationId="{50EABE12-9D8C-B031-8DBF-EF52923EAA24}"/>
          </ac:spMkLst>
        </pc:spChg>
      </pc:sldChg>
      <pc:sldChg chg="new del">
        <pc:chgData name="Ahana SARKAR" userId="S::ahana.s.2025@mitb.smu.edu.sg::a5fd6ee3-3711-4b27-80e9-5d31ab855a57" providerId="AD" clId="Web-{4F5ED19C-4B4F-F201-6C22-B9783A171175}" dt="2026-05-21T01:35:41.017" v="1"/>
        <pc:sldMkLst>
          <pc:docMk/>
          <pc:sldMk cId="206290297" sldId="269"/>
        </pc:sldMkLst>
      </pc:sldChg>
    </pc:docChg>
  </pc:docChgLst>
  <pc:docChgLst>
    <pc:chgData name="Ahana SARKAR" userId="a5fd6ee3-3711-4b27-80e9-5d31ab855a57" providerId="ADAL" clId="{1F6A86AB-3B44-4272-A9ED-23B2E9D6E67C}"/>
    <pc:docChg chg="undo redo custSel addSld delSld modSld">
      <pc:chgData name="Ahana SARKAR" userId="a5fd6ee3-3711-4b27-80e9-5d31ab855a57" providerId="ADAL" clId="{1F6A86AB-3B44-4272-A9ED-23B2E9D6E67C}" dt="2026-05-21T04:31:29.199" v="2632" actId="207"/>
      <pc:docMkLst>
        <pc:docMk/>
      </pc:docMkLst>
      <pc:sldChg chg="addSp delSp modSp mod">
        <pc:chgData name="Ahana SARKAR" userId="a5fd6ee3-3711-4b27-80e9-5d31ab855a57" providerId="ADAL" clId="{1F6A86AB-3B44-4272-A9ED-23B2E9D6E67C}" dt="2026-05-21T04:15:24.564" v="2412" actId="20577"/>
        <pc:sldMkLst>
          <pc:docMk/>
          <pc:sldMk cId="0" sldId="257"/>
        </pc:sldMkLst>
        <pc:spChg chg="mod">
          <ac:chgData name="Ahana SARKAR" userId="a5fd6ee3-3711-4b27-80e9-5d31ab855a57" providerId="ADAL" clId="{1F6A86AB-3B44-4272-A9ED-23B2E9D6E67C}" dt="2026-05-21T01:53:35.031" v="138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Ahana SARKAR" userId="a5fd6ee3-3711-4b27-80e9-5d31ab855a57" providerId="ADAL" clId="{1F6A86AB-3B44-4272-A9ED-23B2E9D6E67C}" dt="2026-05-21T04:15:24.564" v="2412" actId="20577"/>
          <ac:spMkLst>
            <pc:docMk/>
            <pc:sldMk cId="0" sldId="257"/>
            <ac:spMk id="6" creationId="{00000000-0000-0000-0000-000000000000}"/>
          </ac:spMkLst>
        </pc:spChg>
        <pc:spChg chg="add del">
          <ac:chgData name="Ahana SARKAR" userId="a5fd6ee3-3711-4b27-80e9-5d31ab855a57" providerId="ADAL" clId="{1F6A86AB-3B44-4272-A9ED-23B2E9D6E67C}" dt="2026-05-21T04:10:25.679" v="2095" actId="22"/>
          <ac:spMkLst>
            <pc:docMk/>
            <pc:sldMk cId="0" sldId="257"/>
            <ac:spMk id="8" creationId="{7E6D4BEC-BDB4-80DB-E774-B9EFCE425943}"/>
          </ac:spMkLst>
        </pc:spChg>
        <pc:spChg chg="add del mod">
          <ac:chgData name="Ahana SARKAR" userId="a5fd6ee3-3711-4b27-80e9-5d31ab855a57" providerId="ADAL" clId="{1F6A86AB-3B44-4272-A9ED-23B2E9D6E67C}" dt="2026-05-21T04:11:11.105" v="2127" actId="478"/>
          <ac:spMkLst>
            <pc:docMk/>
            <pc:sldMk cId="0" sldId="257"/>
            <ac:spMk id="9" creationId="{B5E7CD98-5D51-D557-4F79-01B409AC50D3}"/>
          </ac:spMkLst>
        </pc:spChg>
      </pc:sldChg>
      <pc:sldChg chg="addSp delSp modSp del mod addAnim delAnim modAnim">
        <pc:chgData name="Ahana SARKAR" userId="a5fd6ee3-3711-4b27-80e9-5d31ab855a57" providerId="ADAL" clId="{1F6A86AB-3B44-4272-A9ED-23B2E9D6E67C}" dt="2026-05-21T02:36:44.987" v="1202" actId="47"/>
        <pc:sldMkLst>
          <pc:docMk/>
          <pc:sldMk cId="0" sldId="258"/>
        </pc:sldMkLst>
        <pc:spChg chg="mod">
          <ac:chgData name="Ahana SARKAR" userId="a5fd6ee3-3711-4b27-80e9-5d31ab855a57" providerId="ADAL" clId="{1F6A86AB-3B44-4272-A9ED-23B2E9D6E67C}" dt="2026-05-21T02:22:25.542" v="663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Ahana SARKAR" userId="a5fd6ee3-3711-4b27-80e9-5d31ab855a57" providerId="ADAL" clId="{1F6A86AB-3B44-4272-A9ED-23B2E9D6E67C}" dt="2026-05-21T02:07:55.765" v="349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Ahana SARKAR" userId="a5fd6ee3-3711-4b27-80e9-5d31ab855a57" providerId="ADAL" clId="{1F6A86AB-3B44-4272-A9ED-23B2E9D6E67C}" dt="2026-05-21T02:21:29.670" v="656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Ahana SARKAR" userId="a5fd6ee3-3711-4b27-80e9-5d31ab855a57" providerId="ADAL" clId="{1F6A86AB-3B44-4272-A9ED-23B2E9D6E67C}" dt="2026-05-21T01:53:22.042" v="114" actId="20577"/>
          <ac:spMkLst>
            <pc:docMk/>
            <pc:sldMk cId="0" sldId="258"/>
            <ac:spMk id="8" creationId="{00000000-0000-0000-0000-000000000000}"/>
          </ac:spMkLst>
        </pc:spChg>
        <pc:spChg chg="del mod">
          <ac:chgData name="Ahana SARKAR" userId="a5fd6ee3-3711-4b27-80e9-5d31ab855a57" providerId="ADAL" clId="{1F6A86AB-3B44-4272-A9ED-23B2E9D6E67C}" dt="2026-05-21T02:07:11.208" v="338" actId="478"/>
          <ac:spMkLst>
            <pc:docMk/>
            <pc:sldMk cId="0" sldId="258"/>
            <ac:spMk id="9" creationId="{00000000-0000-0000-0000-000000000000}"/>
          </ac:spMkLst>
        </pc:spChg>
        <pc:spChg chg="mod">
          <ac:chgData name="Ahana SARKAR" userId="a5fd6ee3-3711-4b27-80e9-5d31ab855a57" providerId="ADAL" clId="{1F6A86AB-3B44-4272-A9ED-23B2E9D6E67C}" dt="2026-05-21T02:09:29.953" v="365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Ahana SARKAR" userId="a5fd6ee3-3711-4b27-80e9-5d31ab855a57" providerId="ADAL" clId="{1F6A86AB-3B44-4272-A9ED-23B2E9D6E67C}" dt="2026-05-21T02:09:18.183" v="361" actId="1076"/>
          <ac:spMkLst>
            <pc:docMk/>
            <pc:sldMk cId="0" sldId="258"/>
            <ac:spMk id="11" creationId="{00000000-0000-0000-0000-000000000000}"/>
          </ac:spMkLst>
        </pc:spChg>
        <pc:spChg chg="add mod">
          <ac:chgData name="Ahana SARKAR" userId="a5fd6ee3-3711-4b27-80e9-5d31ab855a57" providerId="ADAL" clId="{1F6A86AB-3B44-4272-A9ED-23B2E9D6E67C}" dt="2026-05-21T02:09:42.532" v="366" actId="1076"/>
          <ac:spMkLst>
            <pc:docMk/>
            <pc:sldMk cId="0" sldId="258"/>
            <ac:spMk id="12" creationId="{5C115310-D650-3297-1F38-B63D5098E160}"/>
          </ac:spMkLst>
        </pc:spChg>
        <pc:spChg chg="add mod ord">
          <ac:chgData name="Ahana SARKAR" userId="a5fd6ee3-3711-4b27-80e9-5d31ab855a57" providerId="ADAL" clId="{1F6A86AB-3B44-4272-A9ED-23B2E9D6E67C}" dt="2026-05-21T02:17:39.359" v="487" actId="1076"/>
          <ac:spMkLst>
            <pc:docMk/>
            <pc:sldMk cId="0" sldId="258"/>
            <ac:spMk id="13" creationId="{4DD9D36F-8F01-0A84-EAC5-BAE23E0B0F26}"/>
          </ac:spMkLst>
        </pc:spChg>
        <pc:spChg chg="mod">
          <ac:chgData name="Ahana SARKAR" userId="a5fd6ee3-3711-4b27-80e9-5d31ab855a57" providerId="ADAL" clId="{1F6A86AB-3B44-4272-A9ED-23B2E9D6E67C}" dt="2026-05-21T02:09:01.160" v="358" actId="1076"/>
          <ac:spMkLst>
            <pc:docMk/>
            <pc:sldMk cId="0" sldId="258"/>
            <ac:spMk id="14" creationId="{50EABE12-9D8C-B031-8DBF-EF52923EAA24}"/>
          </ac:spMkLst>
        </pc:spChg>
        <pc:spChg chg="add mod">
          <ac:chgData name="Ahana SARKAR" userId="a5fd6ee3-3711-4b27-80e9-5d31ab855a57" providerId="ADAL" clId="{1F6A86AB-3B44-4272-A9ED-23B2E9D6E67C}" dt="2026-05-21T02:18:48.157" v="510" actId="113"/>
          <ac:spMkLst>
            <pc:docMk/>
            <pc:sldMk cId="0" sldId="258"/>
            <ac:spMk id="15" creationId="{D02BE000-CF85-6509-3E1E-7A4031AC6B8B}"/>
          </ac:spMkLst>
        </pc:spChg>
        <pc:spChg chg="add mod">
          <ac:chgData name="Ahana SARKAR" userId="a5fd6ee3-3711-4b27-80e9-5d31ab855a57" providerId="ADAL" clId="{1F6A86AB-3B44-4272-A9ED-23B2E9D6E67C}" dt="2026-05-21T02:10:31.062" v="373"/>
          <ac:spMkLst>
            <pc:docMk/>
            <pc:sldMk cId="0" sldId="258"/>
            <ac:spMk id="16" creationId="{D2281C69-79DD-191A-FC7C-34C7A30C5C70}"/>
          </ac:spMkLst>
        </pc:spChg>
        <pc:spChg chg="add del mod">
          <ac:chgData name="Ahana SARKAR" userId="a5fd6ee3-3711-4b27-80e9-5d31ab855a57" providerId="ADAL" clId="{1F6A86AB-3B44-4272-A9ED-23B2E9D6E67C}" dt="2026-05-21T02:18:50.775" v="511" actId="113"/>
          <ac:spMkLst>
            <pc:docMk/>
            <pc:sldMk cId="0" sldId="258"/>
            <ac:spMk id="17" creationId="{747BC9DF-681C-521A-4AD7-9BDCFC824EB3}"/>
          </ac:spMkLst>
        </pc:spChg>
        <pc:spChg chg="add del mod">
          <ac:chgData name="Ahana SARKAR" userId="a5fd6ee3-3711-4b27-80e9-5d31ab855a57" providerId="ADAL" clId="{1F6A86AB-3B44-4272-A9ED-23B2E9D6E67C}" dt="2026-05-21T02:12:40.554" v="424" actId="1076"/>
          <ac:spMkLst>
            <pc:docMk/>
            <pc:sldMk cId="0" sldId="258"/>
            <ac:spMk id="18" creationId="{C944A466-8660-1899-FD8D-D58AD6EB5F29}"/>
          </ac:spMkLst>
        </pc:spChg>
        <pc:spChg chg="add mod">
          <ac:chgData name="Ahana SARKAR" userId="a5fd6ee3-3711-4b27-80e9-5d31ab855a57" providerId="ADAL" clId="{1F6A86AB-3B44-4272-A9ED-23B2E9D6E67C}" dt="2026-05-21T02:14:29.823" v="456" actId="14100"/>
          <ac:spMkLst>
            <pc:docMk/>
            <pc:sldMk cId="0" sldId="258"/>
            <ac:spMk id="19" creationId="{7E84C3F6-C4AF-496F-35EB-B09DC70A3682}"/>
          </ac:spMkLst>
        </pc:spChg>
        <pc:spChg chg="add mod">
          <ac:chgData name="Ahana SARKAR" userId="a5fd6ee3-3711-4b27-80e9-5d31ab855a57" providerId="ADAL" clId="{1F6A86AB-3B44-4272-A9ED-23B2E9D6E67C}" dt="2026-05-21T02:11:37.454" v="397"/>
          <ac:spMkLst>
            <pc:docMk/>
            <pc:sldMk cId="0" sldId="258"/>
            <ac:spMk id="20" creationId="{8D7287A2-4C4D-B4E2-EDC1-D4606E7512FA}"/>
          </ac:spMkLst>
        </pc:spChg>
        <pc:spChg chg="add mod">
          <ac:chgData name="Ahana SARKAR" userId="a5fd6ee3-3711-4b27-80e9-5d31ab855a57" providerId="ADAL" clId="{1F6A86AB-3B44-4272-A9ED-23B2E9D6E67C}" dt="2026-05-21T02:12:00.738" v="409" actId="1076"/>
          <ac:spMkLst>
            <pc:docMk/>
            <pc:sldMk cId="0" sldId="258"/>
            <ac:spMk id="21" creationId="{1778BF52-96F3-9833-0A97-F3944121337E}"/>
          </ac:spMkLst>
        </pc:spChg>
        <pc:spChg chg="add mod">
          <ac:chgData name="Ahana SARKAR" userId="a5fd6ee3-3711-4b27-80e9-5d31ab855a57" providerId="ADAL" clId="{1F6A86AB-3B44-4272-A9ED-23B2E9D6E67C}" dt="2026-05-21T02:12:13.761" v="412" actId="1076"/>
          <ac:spMkLst>
            <pc:docMk/>
            <pc:sldMk cId="0" sldId="258"/>
            <ac:spMk id="22" creationId="{9D8CA537-44F9-CE7A-D422-76BA0B699D57}"/>
          </ac:spMkLst>
        </pc:spChg>
        <pc:spChg chg="add mod">
          <ac:chgData name="Ahana SARKAR" userId="a5fd6ee3-3711-4b27-80e9-5d31ab855a57" providerId="ADAL" clId="{1F6A86AB-3B44-4272-A9ED-23B2E9D6E67C}" dt="2026-05-21T02:18:54.384" v="512" actId="113"/>
          <ac:spMkLst>
            <pc:docMk/>
            <pc:sldMk cId="0" sldId="258"/>
            <ac:spMk id="23" creationId="{4958CBB9-50BD-8C8A-8A31-49C85E265B99}"/>
          </ac:spMkLst>
        </pc:spChg>
        <pc:spChg chg="add mod">
          <ac:chgData name="Ahana SARKAR" userId="a5fd6ee3-3711-4b27-80e9-5d31ab855a57" providerId="ADAL" clId="{1F6A86AB-3B44-4272-A9ED-23B2E9D6E67C}" dt="2026-05-21T02:14:06.858" v="451" actId="14100"/>
          <ac:spMkLst>
            <pc:docMk/>
            <pc:sldMk cId="0" sldId="258"/>
            <ac:spMk id="24" creationId="{BA609CB6-DE47-A49B-5771-B4C5AEFD9C2A}"/>
          </ac:spMkLst>
        </pc:spChg>
        <pc:spChg chg="add mod">
          <ac:chgData name="Ahana SARKAR" userId="a5fd6ee3-3711-4b27-80e9-5d31ab855a57" providerId="ADAL" clId="{1F6A86AB-3B44-4272-A9ED-23B2E9D6E67C}" dt="2026-05-21T02:21:37.582" v="657" actId="14100"/>
          <ac:spMkLst>
            <pc:docMk/>
            <pc:sldMk cId="0" sldId="258"/>
            <ac:spMk id="25" creationId="{E2BFC046-E86D-1373-1A1F-094E681C2344}"/>
          </ac:spMkLst>
        </pc:spChg>
        <pc:spChg chg="add mod">
          <ac:chgData name="Ahana SARKAR" userId="a5fd6ee3-3711-4b27-80e9-5d31ab855a57" providerId="ADAL" clId="{1F6A86AB-3B44-4272-A9ED-23B2E9D6E67C}" dt="2026-05-21T02:14:22.693" v="455" actId="1076"/>
          <ac:spMkLst>
            <pc:docMk/>
            <pc:sldMk cId="0" sldId="258"/>
            <ac:spMk id="26" creationId="{87873930-F425-1D83-084C-40C784254214}"/>
          </ac:spMkLst>
        </pc:spChg>
        <pc:spChg chg="add mod">
          <ac:chgData name="Ahana SARKAR" userId="a5fd6ee3-3711-4b27-80e9-5d31ab855a57" providerId="ADAL" clId="{1F6A86AB-3B44-4272-A9ED-23B2E9D6E67C}" dt="2026-05-21T02:15:32.372" v="460" actId="1076"/>
          <ac:spMkLst>
            <pc:docMk/>
            <pc:sldMk cId="0" sldId="258"/>
            <ac:spMk id="27" creationId="{25E4FC61-5C20-DE60-E658-C9B0857C2111}"/>
          </ac:spMkLst>
        </pc:spChg>
        <pc:spChg chg="add mod">
          <ac:chgData name="Ahana SARKAR" userId="a5fd6ee3-3711-4b27-80e9-5d31ab855a57" providerId="ADAL" clId="{1F6A86AB-3B44-4272-A9ED-23B2E9D6E67C}" dt="2026-05-21T02:15:32.372" v="460" actId="1076"/>
          <ac:spMkLst>
            <pc:docMk/>
            <pc:sldMk cId="0" sldId="258"/>
            <ac:spMk id="28" creationId="{C2332A2F-A482-0A15-25A6-E242F90A4923}"/>
          </ac:spMkLst>
        </pc:spChg>
        <pc:spChg chg="add mod">
          <ac:chgData name="Ahana SARKAR" userId="a5fd6ee3-3711-4b27-80e9-5d31ab855a57" providerId="ADAL" clId="{1F6A86AB-3B44-4272-A9ED-23B2E9D6E67C}" dt="2026-05-21T02:27:22.261" v="834" actId="1076"/>
          <ac:spMkLst>
            <pc:docMk/>
            <pc:sldMk cId="0" sldId="258"/>
            <ac:spMk id="29" creationId="{EE311275-C2C4-498C-9FDF-9ABCF5891605}"/>
          </ac:spMkLst>
        </pc:spChg>
        <pc:spChg chg="add mod">
          <ac:chgData name="Ahana SARKAR" userId="a5fd6ee3-3711-4b27-80e9-5d31ab855a57" providerId="ADAL" clId="{1F6A86AB-3B44-4272-A9ED-23B2E9D6E67C}" dt="2026-05-21T02:15:32.372" v="460" actId="1076"/>
          <ac:spMkLst>
            <pc:docMk/>
            <pc:sldMk cId="0" sldId="258"/>
            <ac:spMk id="30" creationId="{67B269A7-9BB3-6A62-B581-3B36BF0B08FC}"/>
          </ac:spMkLst>
        </pc:spChg>
        <pc:spChg chg="add mod">
          <ac:chgData name="Ahana SARKAR" userId="a5fd6ee3-3711-4b27-80e9-5d31ab855a57" providerId="ADAL" clId="{1F6A86AB-3B44-4272-A9ED-23B2E9D6E67C}" dt="2026-05-21T02:26:37.631" v="833" actId="14100"/>
          <ac:spMkLst>
            <pc:docMk/>
            <pc:sldMk cId="0" sldId="258"/>
            <ac:spMk id="31" creationId="{877FD767-92BB-4CF2-B79D-913564CEC3B9}"/>
          </ac:spMkLst>
        </pc:spChg>
        <pc:spChg chg="add mod">
          <ac:chgData name="Ahana SARKAR" userId="a5fd6ee3-3711-4b27-80e9-5d31ab855a57" providerId="ADAL" clId="{1F6A86AB-3B44-4272-A9ED-23B2E9D6E67C}" dt="2026-05-21T02:15:32.372" v="460" actId="1076"/>
          <ac:spMkLst>
            <pc:docMk/>
            <pc:sldMk cId="0" sldId="258"/>
            <ac:spMk id="32" creationId="{558FCF41-814F-3DBC-B018-3AF7549B9F5C}"/>
          </ac:spMkLst>
        </pc:spChg>
        <pc:spChg chg="add mod">
          <ac:chgData name="Ahana SARKAR" userId="a5fd6ee3-3711-4b27-80e9-5d31ab855a57" providerId="ADAL" clId="{1F6A86AB-3B44-4272-A9ED-23B2E9D6E67C}" dt="2026-05-21T02:15:52.429" v="462" actId="1076"/>
          <ac:spMkLst>
            <pc:docMk/>
            <pc:sldMk cId="0" sldId="258"/>
            <ac:spMk id="33" creationId="{2E034247-F671-5EC1-5635-51FD443ED5E9}"/>
          </ac:spMkLst>
        </pc:spChg>
        <pc:spChg chg="add mod">
          <ac:chgData name="Ahana SARKAR" userId="a5fd6ee3-3711-4b27-80e9-5d31ab855a57" providerId="ADAL" clId="{1F6A86AB-3B44-4272-A9ED-23B2E9D6E67C}" dt="2026-05-21T02:16:06.061" v="465"/>
          <ac:spMkLst>
            <pc:docMk/>
            <pc:sldMk cId="0" sldId="258"/>
            <ac:spMk id="34" creationId="{3A97DB56-353D-169A-C146-B21A4A4BD618}"/>
          </ac:spMkLst>
        </pc:spChg>
        <pc:spChg chg="add del mod">
          <ac:chgData name="Ahana SARKAR" userId="a5fd6ee3-3711-4b27-80e9-5d31ab855a57" providerId="ADAL" clId="{1F6A86AB-3B44-4272-A9ED-23B2E9D6E67C}" dt="2026-05-21T02:16:12.354" v="468" actId="21"/>
          <ac:spMkLst>
            <pc:docMk/>
            <pc:sldMk cId="0" sldId="258"/>
            <ac:spMk id="35" creationId="{FFF59215-B0B3-B80F-E186-A5E94BB645AA}"/>
          </ac:spMkLst>
        </pc:spChg>
        <pc:spChg chg="add del mod">
          <ac:chgData name="Ahana SARKAR" userId="a5fd6ee3-3711-4b27-80e9-5d31ab855a57" providerId="ADAL" clId="{1F6A86AB-3B44-4272-A9ED-23B2E9D6E67C}" dt="2026-05-21T02:16:27.600" v="471" actId="478"/>
          <ac:spMkLst>
            <pc:docMk/>
            <pc:sldMk cId="0" sldId="258"/>
            <ac:spMk id="36" creationId="{FFF59215-B0B3-B80F-E186-A5E94BB645AA}"/>
          </ac:spMkLst>
        </pc:spChg>
        <pc:spChg chg="add del mod">
          <ac:chgData name="Ahana SARKAR" userId="a5fd6ee3-3711-4b27-80e9-5d31ab855a57" providerId="ADAL" clId="{1F6A86AB-3B44-4272-A9ED-23B2E9D6E67C}" dt="2026-05-21T02:17:21.813" v="476" actId="478"/>
          <ac:spMkLst>
            <pc:docMk/>
            <pc:sldMk cId="0" sldId="258"/>
            <ac:spMk id="37" creationId="{B86D6090-ABCC-F0B4-94F1-80FECA0684F2}"/>
          </ac:spMkLst>
        </pc:spChg>
        <pc:spChg chg="add mod">
          <ac:chgData name="Ahana SARKAR" userId="a5fd6ee3-3711-4b27-80e9-5d31ab855a57" providerId="ADAL" clId="{1F6A86AB-3B44-4272-A9ED-23B2E9D6E67C}" dt="2026-05-21T02:18:33.557" v="506" actId="113"/>
          <ac:spMkLst>
            <pc:docMk/>
            <pc:sldMk cId="0" sldId="258"/>
            <ac:spMk id="38" creationId="{D3CE7EBF-6722-D726-0273-36988A5AE9CD}"/>
          </ac:spMkLst>
        </pc:spChg>
        <pc:spChg chg="add mod">
          <ac:chgData name="Ahana SARKAR" userId="a5fd6ee3-3711-4b27-80e9-5d31ab855a57" providerId="ADAL" clId="{1F6A86AB-3B44-4272-A9ED-23B2E9D6E67C}" dt="2026-05-21T02:18:20.172" v="501" actId="113"/>
          <ac:spMkLst>
            <pc:docMk/>
            <pc:sldMk cId="0" sldId="258"/>
            <ac:spMk id="39" creationId="{36C87E4F-9F38-4C79-11D2-28E42868B966}"/>
          </ac:spMkLst>
        </pc:spChg>
        <pc:spChg chg="add mod">
          <ac:chgData name="Ahana SARKAR" userId="a5fd6ee3-3711-4b27-80e9-5d31ab855a57" providerId="ADAL" clId="{1F6A86AB-3B44-4272-A9ED-23B2E9D6E67C}" dt="2026-05-21T02:20:13.223" v="551" actId="1076"/>
          <ac:spMkLst>
            <pc:docMk/>
            <pc:sldMk cId="0" sldId="258"/>
            <ac:spMk id="40" creationId="{E01BD3DF-1C88-84EE-07A7-6B2BAB2935A6}"/>
          </ac:spMkLst>
        </pc:spChg>
        <pc:spChg chg="add del mod">
          <ac:chgData name="Ahana SARKAR" userId="a5fd6ee3-3711-4b27-80e9-5d31ab855a57" providerId="ADAL" clId="{1F6A86AB-3B44-4272-A9ED-23B2E9D6E67C}" dt="2026-05-21T02:20:01.941" v="548" actId="478"/>
          <ac:spMkLst>
            <pc:docMk/>
            <pc:sldMk cId="0" sldId="258"/>
            <ac:spMk id="41" creationId="{26511514-414C-5075-CDBF-BEE35F271159}"/>
          </ac:spMkLst>
        </pc:spChg>
        <pc:spChg chg="add mod">
          <ac:chgData name="Ahana SARKAR" userId="a5fd6ee3-3711-4b27-80e9-5d31ab855a57" providerId="ADAL" clId="{1F6A86AB-3B44-4272-A9ED-23B2E9D6E67C}" dt="2026-05-21T02:20:42.982" v="596" actId="20577"/>
          <ac:spMkLst>
            <pc:docMk/>
            <pc:sldMk cId="0" sldId="258"/>
            <ac:spMk id="42" creationId="{A46DB846-EAD5-8BC2-90A6-02EA65CB267C}"/>
          </ac:spMkLst>
        </pc:spChg>
        <pc:spChg chg="add mod">
          <ac:chgData name="Ahana SARKAR" userId="a5fd6ee3-3711-4b27-80e9-5d31ab855a57" providerId="ADAL" clId="{1F6A86AB-3B44-4272-A9ED-23B2E9D6E67C}" dt="2026-05-21T02:21:47.854" v="662" actId="14100"/>
          <ac:spMkLst>
            <pc:docMk/>
            <pc:sldMk cId="0" sldId="258"/>
            <ac:spMk id="43" creationId="{D13C25D5-B1BA-0E23-C309-13156C49AE59}"/>
          </ac:spMkLst>
        </pc:spChg>
        <pc:spChg chg="add mod">
          <ac:chgData name="Ahana SARKAR" userId="a5fd6ee3-3711-4b27-80e9-5d31ab855a57" providerId="ADAL" clId="{1F6A86AB-3B44-4272-A9ED-23B2E9D6E67C}" dt="2026-05-21T02:25:19.546" v="714"/>
          <ac:spMkLst>
            <pc:docMk/>
            <pc:sldMk cId="0" sldId="258"/>
            <ac:spMk id="44" creationId="{0AF77463-FB80-E283-5171-DF476BFEE69A}"/>
          </ac:spMkLst>
        </pc:spChg>
        <pc:spChg chg="add mod">
          <ac:chgData name="Ahana SARKAR" userId="a5fd6ee3-3711-4b27-80e9-5d31ab855a57" providerId="ADAL" clId="{1F6A86AB-3B44-4272-A9ED-23B2E9D6E67C}" dt="2026-05-21T02:25:38.452" v="735" actId="20577"/>
          <ac:spMkLst>
            <pc:docMk/>
            <pc:sldMk cId="0" sldId="258"/>
            <ac:spMk id="45" creationId="{25554152-272F-4743-5052-BE8DB2D9A2A4}"/>
          </ac:spMkLst>
        </pc:spChg>
        <pc:spChg chg="add mod">
          <ac:chgData name="Ahana SARKAR" userId="a5fd6ee3-3711-4b27-80e9-5d31ab855a57" providerId="ADAL" clId="{1F6A86AB-3B44-4272-A9ED-23B2E9D6E67C}" dt="2026-05-21T02:26:28.956" v="832" actId="20577"/>
          <ac:spMkLst>
            <pc:docMk/>
            <pc:sldMk cId="0" sldId="258"/>
            <ac:spMk id="46" creationId="{0E424D16-64F0-AB3A-C762-6ED776D07626}"/>
          </ac:spMkLst>
        </pc:spChg>
        <pc:grpChg chg="mod">
          <ac:chgData name="Ahana SARKAR" userId="a5fd6ee3-3711-4b27-80e9-5d31ab855a57" providerId="ADAL" clId="{1F6A86AB-3B44-4272-A9ED-23B2E9D6E67C}" dt="2026-05-21T01:52:19.539" v="66" actId="1076"/>
          <ac:grpSpMkLst>
            <pc:docMk/>
            <pc:sldMk cId="0" sldId="258"/>
            <ac:grpSpMk id="2" creationId="{00000000-0000-0000-0000-000000000000}"/>
          </ac:grpSpMkLst>
        </pc:grpChg>
      </pc:sldChg>
      <pc:sldChg chg="addSp delSp modSp mod">
        <pc:chgData name="Ahana SARKAR" userId="a5fd6ee3-3711-4b27-80e9-5d31ab855a57" providerId="ADAL" clId="{1F6A86AB-3B44-4272-A9ED-23B2E9D6E67C}" dt="2026-05-21T04:31:29.199" v="2632" actId="207"/>
        <pc:sldMkLst>
          <pc:docMk/>
          <pc:sldMk cId="0" sldId="259"/>
        </pc:sldMkLst>
        <pc:spChg chg="del mod">
          <ac:chgData name="Ahana SARKAR" userId="a5fd6ee3-3711-4b27-80e9-5d31ab855a57" providerId="ADAL" clId="{1F6A86AB-3B44-4272-A9ED-23B2E9D6E67C}" dt="2026-05-21T02:48:27.467" v="1320" actId="478"/>
          <ac:spMkLst>
            <pc:docMk/>
            <pc:sldMk cId="0" sldId="259"/>
            <ac:spMk id="5" creationId="{00000000-0000-0000-0000-000000000000}"/>
          </ac:spMkLst>
        </pc:spChg>
        <pc:spChg chg="del">
          <ac:chgData name="Ahana SARKAR" userId="a5fd6ee3-3711-4b27-80e9-5d31ab855a57" providerId="ADAL" clId="{1F6A86AB-3B44-4272-A9ED-23B2E9D6E67C}" dt="2026-05-21T01:53:00.959" v="67" actId="478"/>
          <ac:spMkLst>
            <pc:docMk/>
            <pc:sldMk cId="0" sldId="259"/>
            <ac:spMk id="36" creationId="{00000000-0000-0000-0000-000000000000}"/>
          </ac:spMkLst>
        </pc:spChg>
        <pc:spChg chg="del">
          <ac:chgData name="Ahana SARKAR" userId="a5fd6ee3-3711-4b27-80e9-5d31ab855a57" providerId="ADAL" clId="{1F6A86AB-3B44-4272-A9ED-23B2E9D6E67C}" dt="2026-05-21T01:53:00.959" v="67" actId="478"/>
          <ac:spMkLst>
            <pc:docMk/>
            <pc:sldMk cId="0" sldId="259"/>
            <ac:spMk id="37" creationId="{00000000-0000-0000-0000-000000000000}"/>
          </ac:spMkLst>
        </pc:spChg>
        <pc:spChg chg="del">
          <ac:chgData name="Ahana SARKAR" userId="a5fd6ee3-3711-4b27-80e9-5d31ab855a57" providerId="ADAL" clId="{1F6A86AB-3B44-4272-A9ED-23B2E9D6E67C}" dt="2026-05-21T01:53:00.959" v="67" actId="478"/>
          <ac:spMkLst>
            <pc:docMk/>
            <pc:sldMk cId="0" sldId="259"/>
            <ac:spMk id="38" creationId="{00000000-0000-0000-0000-000000000000}"/>
          </ac:spMkLst>
        </pc:spChg>
        <pc:spChg chg="del">
          <ac:chgData name="Ahana SARKAR" userId="a5fd6ee3-3711-4b27-80e9-5d31ab855a57" providerId="ADAL" clId="{1F6A86AB-3B44-4272-A9ED-23B2E9D6E67C}" dt="2026-05-21T01:53:00.959" v="67" actId="478"/>
          <ac:spMkLst>
            <pc:docMk/>
            <pc:sldMk cId="0" sldId="259"/>
            <ac:spMk id="39" creationId="{00000000-0000-0000-0000-000000000000}"/>
          </ac:spMkLst>
        </pc:spChg>
        <pc:spChg chg="del">
          <ac:chgData name="Ahana SARKAR" userId="a5fd6ee3-3711-4b27-80e9-5d31ab855a57" providerId="ADAL" clId="{1F6A86AB-3B44-4272-A9ED-23B2E9D6E67C}" dt="2026-05-21T01:53:00.959" v="67" actId="478"/>
          <ac:spMkLst>
            <pc:docMk/>
            <pc:sldMk cId="0" sldId="259"/>
            <ac:spMk id="40" creationId="{00000000-0000-0000-0000-000000000000}"/>
          </ac:spMkLst>
        </pc:spChg>
        <pc:spChg chg="del">
          <ac:chgData name="Ahana SARKAR" userId="a5fd6ee3-3711-4b27-80e9-5d31ab855a57" providerId="ADAL" clId="{1F6A86AB-3B44-4272-A9ED-23B2E9D6E67C}" dt="2026-05-21T01:53:00.959" v="67" actId="478"/>
          <ac:spMkLst>
            <pc:docMk/>
            <pc:sldMk cId="0" sldId="259"/>
            <ac:spMk id="41" creationId="{00000000-0000-0000-0000-000000000000}"/>
          </ac:spMkLst>
        </pc:spChg>
        <pc:spChg chg="del">
          <ac:chgData name="Ahana SARKAR" userId="a5fd6ee3-3711-4b27-80e9-5d31ab855a57" providerId="ADAL" clId="{1F6A86AB-3B44-4272-A9ED-23B2E9D6E67C}" dt="2026-05-21T01:53:00.959" v="67" actId="478"/>
          <ac:spMkLst>
            <pc:docMk/>
            <pc:sldMk cId="0" sldId="259"/>
            <ac:spMk id="42" creationId="{00000000-0000-0000-0000-000000000000}"/>
          </ac:spMkLst>
        </pc:spChg>
        <pc:spChg chg="del">
          <ac:chgData name="Ahana SARKAR" userId="a5fd6ee3-3711-4b27-80e9-5d31ab855a57" providerId="ADAL" clId="{1F6A86AB-3B44-4272-A9ED-23B2E9D6E67C}" dt="2026-05-21T01:53:00.959" v="67" actId="478"/>
          <ac:spMkLst>
            <pc:docMk/>
            <pc:sldMk cId="0" sldId="259"/>
            <ac:spMk id="43" creationId="{00000000-0000-0000-0000-000000000000}"/>
          </ac:spMkLst>
        </pc:spChg>
        <pc:spChg chg="del">
          <ac:chgData name="Ahana SARKAR" userId="a5fd6ee3-3711-4b27-80e9-5d31ab855a57" providerId="ADAL" clId="{1F6A86AB-3B44-4272-A9ED-23B2E9D6E67C}" dt="2026-05-21T01:53:00.959" v="67" actId="478"/>
          <ac:spMkLst>
            <pc:docMk/>
            <pc:sldMk cId="0" sldId="259"/>
            <ac:spMk id="44" creationId="{00000000-0000-0000-0000-000000000000}"/>
          </ac:spMkLst>
        </pc:spChg>
        <pc:spChg chg="del">
          <ac:chgData name="Ahana SARKAR" userId="a5fd6ee3-3711-4b27-80e9-5d31ab855a57" providerId="ADAL" clId="{1F6A86AB-3B44-4272-A9ED-23B2E9D6E67C}" dt="2026-05-21T01:53:00.959" v="67" actId="478"/>
          <ac:spMkLst>
            <pc:docMk/>
            <pc:sldMk cId="0" sldId="259"/>
            <ac:spMk id="45" creationId="{00000000-0000-0000-0000-000000000000}"/>
          </ac:spMkLst>
        </pc:spChg>
        <pc:spChg chg="add del mod">
          <ac:chgData name="Ahana SARKAR" userId="a5fd6ee3-3711-4b27-80e9-5d31ab855a57" providerId="ADAL" clId="{1F6A86AB-3B44-4272-A9ED-23B2E9D6E67C}" dt="2026-05-21T03:13:14.528" v="1348" actId="478"/>
          <ac:spMkLst>
            <pc:docMk/>
            <pc:sldMk cId="0" sldId="259"/>
            <ac:spMk id="46" creationId="{34D23E14-E951-8DCE-1BA7-FB787A2801D3}"/>
          </ac:spMkLst>
        </pc:spChg>
        <pc:spChg chg="add del mod">
          <ac:chgData name="Ahana SARKAR" userId="a5fd6ee3-3711-4b27-80e9-5d31ab855a57" providerId="ADAL" clId="{1F6A86AB-3B44-4272-A9ED-23B2E9D6E67C}" dt="2026-05-21T02:48:46.540" v="1334" actId="478"/>
          <ac:spMkLst>
            <pc:docMk/>
            <pc:sldMk cId="0" sldId="259"/>
            <ac:spMk id="47" creationId="{F3410027-D976-AF56-5E27-C4C2BBFFCA17}"/>
          </ac:spMkLst>
        </pc:spChg>
        <pc:spChg chg="add del mod">
          <ac:chgData name="Ahana SARKAR" userId="a5fd6ee3-3711-4b27-80e9-5d31ab855a57" providerId="ADAL" clId="{1F6A86AB-3B44-4272-A9ED-23B2E9D6E67C}" dt="2026-05-21T02:48:47.830" v="1335" actId="478"/>
          <ac:spMkLst>
            <pc:docMk/>
            <pc:sldMk cId="0" sldId="259"/>
            <ac:spMk id="48" creationId="{23250807-0C43-E99F-D584-0609DD7C1C38}"/>
          </ac:spMkLst>
        </pc:spChg>
        <pc:spChg chg="add del mod">
          <ac:chgData name="Ahana SARKAR" userId="a5fd6ee3-3711-4b27-80e9-5d31ab855a57" providerId="ADAL" clId="{1F6A86AB-3B44-4272-A9ED-23B2E9D6E67C}" dt="2026-05-21T02:48:49.095" v="1336" actId="478"/>
          <ac:spMkLst>
            <pc:docMk/>
            <pc:sldMk cId="0" sldId="259"/>
            <ac:spMk id="49" creationId="{070BD9CF-44F5-A777-FC16-5458E368982F}"/>
          </ac:spMkLst>
        </pc:spChg>
        <pc:spChg chg="add mod">
          <ac:chgData name="Ahana SARKAR" userId="a5fd6ee3-3711-4b27-80e9-5d31ab855a57" providerId="ADAL" clId="{1F6A86AB-3B44-4272-A9ED-23B2E9D6E67C}" dt="2026-05-21T03:13:54.490" v="1360" actId="1076"/>
          <ac:spMkLst>
            <pc:docMk/>
            <pc:sldMk cId="0" sldId="259"/>
            <ac:spMk id="50" creationId="{0651FF1A-8850-DDD2-5ACC-7FDCD693E4C4}"/>
          </ac:spMkLst>
        </pc:spChg>
        <pc:spChg chg="add del mod">
          <ac:chgData name="Ahana SARKAR" userId="a5fd6ee3-3711-4b27-80e9-5d31ab855a57" providerId="ADAL" clId="{1F6A86AB-3B44-4272-A9ED-23B2E9D6E67C}" dt="2026-05-21T03:13:16.449" v="1349" actId="478"/>
          <ac:spMkLst>
            <pc:docMk/>
            <pc:sldMk cId="0" sldId="259"/>
            <ac:spMk id="51" creationId="{2BC832C9-0B57-1386-6910-92DE9C447B3D}"/>
          </ac:spMkLst>
        </pc:spChg>
        <pc:spChg chg="add del mod">
          <ac:chgData name="Ahana SARKAR" userId="a5fd6ee3-3711-4b27-80e9-5d31ab855a57" providerId="ADAL" clId="{1F6A86AB-3B44-4272-A9ED-23B2E9D6E67C}" dt="2026-05-21T03:13:17.713" v="1350" actId="478"/>
          <ac:spMkLst>
            <pc:docMk/>
            <pc:sldMk cId="0" sldId="259"/>
            <ac:spMk id="52" creationId="{D7EFC227-836E-AC05-C736-B55C870B2319}"/>
          </ac:spMkLst>
        </pc:spChg>
        <pc:spChg chg="add del mod">
          <ac:chgData name="Ahana SARKAR" userId="a5fd6ee3-3711-4b27-80e9-5d31ab855a57" providerId="ADAL" clId="{1F6A86AB-3B44-4272-A9ED-23B2E9D6E67C}" dt="2026-05-21T03:13:19.210" v="1351" actId="478"/>
          <ac:spMkLst>
            <pc:docMk/>
            <pc:sldMk cId="0" sldId="259"/>
            <ac:spMk id="53" creationId="{417590D6-2860-682B-C6EB-9B33A7B2F985}"/>
          </ac:spMkLst>
        </pc:spChg>
        <pc:spChg chg="add mod">
          <ac:chgData name="Ahana SARKAR" userId="a5fd6ee3-3711-4b27-80e9-5d31ab855a57" providerId="ADAL" clId="{1F6A86AB-3B44-4272-A9ED-23B2E9D6E67C}" dt="2026-05-21T04:31:14.604" v="2627" actId="207"/>
          <ac:spMkLst>
            <pc:docMk/>
            <pc:sldMk cId="0" sldId="259"/>
            <ac:spMk id="54" creationId="{6D5D442D-CF8B-5FAB-5ACC-1EFB5C68F897}"/>
          </ac:spMkLst>
        </pc:spChg>
        <pc:spChg chg="add del mod">
          <ac:chgData name="Ahana SARKAR" userId="a5fd6ee3-3711-4b27-80e9-5d31ab855a57" providerId="ADAL" clId="{1F6A86AB-3B44-4272-A9ED-23B2E9D6E67C}" dt="2026-05-21T03:14:38.064" v="1366" actId="478"/>
          <ac:spMkLst>
            <pc:docMk/>
            <pc:sldMk cId="0" sldId="259"/>
            <ac:spMk id="55" creationId="{9F0EAA42-9027-4083-2047-B0BC951EA52F}"/>
          </ac:spMkLst>
        </pc:spChg>
        <pc:spChg chg="add del mod">
          <ac:chgData name="Ahana SARKAR" userId="a5fd6ee3-3711-4b27-80e9-5d31ab855a57" providerId="ADAL" clId="{1F6A86AB-3B44-4272-A9ED-23B2E9D6E67C}" dt="2026-05-21T03:14:46.953" v="1367" actId="478"/>
          <ac:spMkLst>
            <pc:docMk/>
            <pc:sldMk cId="0" sldId="259"/>
            <ac:spMk id="56" creationId="{F4F6B361-4044-2A15-20C8-505E485AD55A}"/>
          </ac:spMkLst>
        </pc:spChg>
        <pc:spChg chg="add del mod">
          <ac:chgData name="Ahana SARKAR" userId="a5fd6ee3-3711-4b27-80e9-5d31ab855a57" providerId="ADAL" clId="{1F6A86AB-3B44-4272-A9ED-23B2E9D6E67C}" dt="2026-05-21T03:14:48.383" v="1368" actId="478"/>
          <ac:spMkLst>
            <pc:docMk/>
            <pc:sldMk cId="0" sldId="259"/>
            <ac:spMk id="57" creationId="{309328DC-DE9A-D8E2-4281-4BF1ACB0C4E1}"/>
          </ac:spMkLst>
        </pc:spChg>
        <pc:spChg chg="add del mod">
          <ac:chgData name="Ahana SARKAR" userId="a5fd6ee3-3711-4b27-80e9-5d31ab855a57" providerId="ADAL" clId="{1F6A86AB-3B44-4272-A9ED-23B2E9D6E67C}" dt="2026-05-21T03:14:52.719" v="1371" actId="478"/>
          <ac:spMkLst>
            <pc:docMk/>
            <pc:sldMk cId="0" sldId="259"/>
            <ac:spMk id="58" creationId="{76D2F14C-9F24-A51D-3962-00AC96F121CE}"/>
          </ac:spMkLst>
        </pc:spChg>
        <pc:spChg chg="add mod">
          <ac:chgData name="Ahana SARKAR" userId="a5fd6ee3-3711-4b27-80e9-5d31ab855a57" providerId="ADAL" clId="{1F6A86AB-3B44-4272-A9ED-23B2E9D6E67C}" dt="2026-05-21T04:31:22.641" v="2630" actId="207"/>
          <ac:spMkLst>
            <pc:docMk/>
            <pc:sldMk cId="0" sldId="259"/>
            <ac:spMk id="59" creationId="{EF4B8DF6-E6EE-CBAE-B7B9-5036CA04E7F4}"/>
          </ac:spMkLst>
        </pc:spChg>
        <pc:spChg chg="add mod">
          <ac:chgData name="Ahana SARKAR" userId="a5fd6ee3-3711-4b27-80e9-5d31ab855a57" providerId="ADAL" clId="{1F6A86AB-3B44-4272-A9ED-23B2E9D6E67C}" dt="2026-05-21T04:31:26.010" v="2631" actId="207"/>
          <ac:spMkLst>
            <pc:docMk/>
            <pc:sldMk cId="0" sldId="259"/>
            <ac:spMk id="60" creationId="{6DACF60E-165B-FA5D-C710-7699E165386C}"/>
          </ac:spMkLst>
        </pc:spChg>
        <pc:spChg chg="add mod">
          <ac:chgData name="Ahana SARKAR" userId="a5fd6ee3-3711-4b27-80e9-5d31ab855a57" providerId="ADAL" clId="{1F6A86AB-3B44-4272-A9ED-23B2E9D6E67C}" dt="2026-05-21T04:31:29.199" v="2632" actId="207"/>
          <ac:spMkLst>
            <pc:docMk/>
            <pc:sldMk cId="0" sldId="259"/>
            <ac:spMk id="61" creationId="{194103E8-F37E-DC8F-0F23-DA99B187403E}"/>
          </ac:spMkLst>
        </pc:spChg>
        <pc:spChg chg="add mod">
          <ac:chgData name="Ahana SARKAR" userId="a5fd6ee3-3711-4b27-80e9-5d31ab855a57" providerId="ADAL" clId="{1F6A86AB-3B44-4272-A9ED-23B2E9D6E67C}" dt="2026-05-21T04:09:18.076" v="2088" actId="207"/>
          <ac:spMkLst>
            <pc:docMk/>
            <pc:sldMk cId="0" sldId="259"/>
            <ac:spMk id="62" creationId="{2047857D-15A8-42E4-D98A-9E8B356FC744}"/>
          </ac:spMkLst>
        </pc:spChg>
        <pc:spChg chg="add mod">
          <ac:chgData name="Ahana SARKAR" userId="a5fd6ee3-3711-4b27-80e9-5d31ab855a57" providerId="ADAL" clId="{1F6A86AB-3B44-4272-A9ED-23B2E9D6E67C}" dt="2026-05-21T04:09:35.943" v="2092" actId="207"/>
          <ac:spMkLst>
            <pc:docMk/>
            <pc:sldMk cId="0" sldId="259"/>
            <ac:spMk id="63" creationId="{E4EA97E3-6AF6-AE2E-5E19-08D5C5656A34}"/>
          </ac:spMkLst>
        </pc:spChg>
        <pc:spChg chg="add mod ord">
          <ac:chgData name="Ahana SARKAR" userId="a5fd6ee3-3711-4b27-80e9-5d31ab855a57" providerId="ADAL" clId="{1F6A86AB-3B44-4272-A9ED-23B2E9D6E67C}" dt="2026-05-21T04:09:12.860" v="2087" actId="207"/>
          <ac:spMkLst>
            <pc:docMk/>
            <pc:sldMk cId="0" sldId="259"/>
            <ac:spMk id="64" creationId="{3EBCAC49-07CE-DD98-D3E2-4A8792FA8303}"/>
          </ac:spMkLst>
        </pc:spChg>
        <pc:spChg chg="add mod">
          <ac:chgData name="Ahana SARKAR" userId="a5fd6ee3-3711-4b27-80e9-5d31ab855a57" providerId="ADAL" clId="{1F6A86AB-3B44-4272-A9ED-23B2E9D6E67C}" dt="2026-05-21T04:09:26.291" v="2089" actId="207"/>
          <ac:spMkLst>
            <pc:docMk/>
            <pc:sldMk cId="0" sldId="259"/>
            <ac:spMk id="65" creationId="{6D488933-5A58-0836-D59D-8AAD8B77A343}"/>
          </ac:spMkLst>
        </pc:spChg>
        <pc:spChg chg="add mod">
          <ac:chgData name="Ahana SARKAR" userId="a5fd6ee3-3711-4b27-80e9-5d31ab855a57" providerId="ADAL" clId="{1F6A86AB-3B44-4272-A9ED-23B2E9D6E67C}" dt="2026-05-21T04:08:11.737" v="2078" actId="1076"/>
          <ac:spMkLst>
            <pc:docMk/>
            <pc:sldMk cId="0" sldId="259"/>
            <ac:spMk id="66" creationId="{2337DB7A-04F1-3A0F-8E40-84BC4D63E1AD}"/>
          </ac:spMkLst>
        </pc:spChg>
        <pc:spChg chg="add mod">
          <ac:chgData name="Ahana SARKAR" userId="a5fd6ee3-3711-4b27-80e9-5d31ab855a57" providerId="ADAL" clId="{1F6A86AB-3B44-4272-A9ED-23B2E9D6E67C}" dt="2026-05-21T03:56:25.573" v="1634" actId="14100"/>
          <ac:spMkLst>
            <pc:docMk/>
            <pc:sldMk cId="0" sldId="259"/>
            <ac:spMk id="67" creationId="{F6C0C4F8-D2BC-52F1-8769-C9AED7C1DEBB}"/>
          </ac:spMkLst>
        </pc:spChg>
        <pc:spChg chg="add mod">
          <ac:chgData name="Ahana SARKAR" userId="a5fd6ee3-3711-4b27-80e9-5d31ab855a57" providerId="ADAL" clId="{1F6A86AB-3B44-4272-A9ED-23B2E9D6E67C}" dt="2026-05-21T03:56:50.321" v="1647" actId="20577"/>
          <ac:spMkLst>
            <pc:docMk/>
            <pc:sldMk cId="0" sldId="259"/>
            <ac:spMk id="68" creationId="{C2FBB54B-C636-5D87-C428-8C1C0418C52C}"/>
          </ac:spMkLst>
        </pc:spChg>
        <pc:spChg chg="add mod">
          <ac:chgData name="Ahana SARKAR" userId="a5fd6ee3-3711-4b27-80e9-5d31ab855a57" providerId="ADAL" clId="{1F6A86AB-3B44-4272-A9ED-23B2E9D6E67C}" dt="2026-05-21T04:09:31.547" v="2091" actId="1076"/>
          <ac:spMkLst>
            <pc:docMk/>
            <pc:sldMk cId="0" sldId="259"/>
            <ac:spMk id="69" creationId="{4E107BE0-FFC2-9E01-6FE0-48E0D53D3C97}"/>
          </ac:spMkLst>
        </pc:spChg>
        <pc:spChg chg="add mod">
          <ac:chgData name="Ahana SARKAR" userId="a5fd6ee3-3711-4b27-80e9-5d31ab855a57" providerId="ADAL" clId="{1F6A86AB-3B44-4272-A9ED-23B2E9D6E67C}" dt="2026-05-21T04:03:53.697" v="1846" actId="1076"/>
          <ac:spMkLst>
            <pc:docMk/>
            <pc:sldMk cId="0" sldId="259"/>
            <ac:spMk id="70" creationId="{332FB0C0-A2E5-BB05-C4D9-B9D6705B2256}"/>
          </ac:spMkLst>
        </pc:spChg>
        <pc:spChg chg="add mod">
          <ac:chgData name="Ahana SARKAR" userId="a5fd6ee3-3711-4b27-80e9-5d31ab855a57" providerId="ADAL" clId="{1F6A86AB-3B44-4272-A9ED-23B2E9D6E67C}" dt="2026-05-21T04:00:33.151" v="1675" actId="20577"/>
          <ac:spMkLst>
            <pc:docMk/>
            <pc:sldMk cId="0" sldId="259"/>
            <ac:spMk id="71" creationId="{FE85003D-9573-1F43-5CD2-E54FA8964613}"/>
          </ac:spMkLst>
        </pc:spChg>
        <pc:spChg chg="add mod">
          <ac:chgData name="Ahana SARKAR" userId="a5fd6ee3-3711-4b27-80e9-5d31ab855a57" providerId="ADAL" clId="{1F6A86AB-3B44-4272-A9ED-23B2E9D6E67C}" dt="2026-05-21T04:01:11.298" v="1693" actId="2711"/>
          <ac:spMkLst>
            <pc:docMk/>
            <pc:sldMk cId="0" sldId="259"/>
            <ac:spMk id="72" creationId="{C1A01C01-C8F9-53B3-E9AB-3A2C21FCD02E}"/>
          </ac:spMkLst>
        </pc:spChg>
        <pc:spChg chg="add mod">
          <ac:chgData name="Ahana SARKAR" userId="a5fd6ee3-3711-4b27-80e9-5d31ab855a57" providerId="ADAL" clId="{1F6A86AB-3B44-4272-A9ED-23B2E9D6E67C}" dt="2026-05-21T04:31:19.511" v="2629" actId="108"/>
          <ac:spMkLst>
            <pc:docMk/>
            <pc:sldMk cId="0" sldId="259"/>
            <ac:spMk id="73" creationId="{52890F16-1E73-8A57-99A3-EA6B9EC784E8}"/>
          </ac:spMkLst>
        </pc:spChg>
        <pc:spChg chg="add mod">
          <ac:chgData name="Ahana SARKAR" userId="a5fd6ee3-3711-4b27-80e9-5d31ab855a57" providerId="ADAL" clId="{1F6A86AB-3B44-4272-A9ED-23B2E9D6E67C}" dt="2026-05-21T04:07:16.775" v="2069" actId="20577"/>
          <ac:spMkLst>
            <pc:docMk/>
            <pc:sldMk cId="0" sldId="259"/>
            <ac:spMk id="74" creationId="{DBE74BB5-1ABD-4A8A-7F04-1D3853FBF07F}"/>
          </ac:spMkLst>
        </pc:spChg>
        <pc:spChg chg="add mod">
          <ac:chgData name="Ahana SARKAR" userId="a5fd6ee3-3711-4b27-80e9-5d31ab855a57" providerId="ADAL" clId="{1F6A86AB-3B44-4272-A9ED-23B2E9D6E67C}" dt="2026-05-21T04:06:17.270" v="1935" actId="20577"/>
          <ac:spMkLst>
            <pc:docMk/>
            <pc:sldMk cId="0" sldId="259"/>
            <ac:spMk id="75" creationId="{D467A1CB-AA86-09E6-79B7-99B6ADDAB7BB}"/>
          </ac:spMkLst>
        </pc:spChg>
        <pc:spChg chg="add mod">
          <ac:chgData name="Ahana SARKAR" userId="a5fd6ee3-3711-4b27-80e9-5d31ab855a57" providerId="ADAL" clId="{1F6A86AB-3B44-4272-A9ED-23B2E9D6E67C}" dt="2026-05-21T04:11:52.567" v="2132" actId="20577"/>
          <ac:spMkLst>
            <pc:docMk/>
            <pc:sldMk cId="0" sldId="259"/>
            <ac:spMk id="76" creationId="{478E395C-2DF5-3E0A-D7FB-C27AEA1D1D07}"/>
          </ac:spMkLst>
        </pc:spChg>
        <pc:spChg chg="add mod">
          <ac:chgData name="Ahana SARKAR" userId="a5fd6ee3-3711-4b27-80e9-5d31ab855a57" providerId="ADAL" clId="{1F6A86AB-3B44-4272-A9ED-23B2E9D6E67C}" dt="2026-05-21T04:12:55.978" v="2331" actId="1076"/>
          <ac:spMkLst>
            <pc:docMk/>
            <pc:sldMk cId="0" sldId="259"/>
            <ac:spMk id="77" creationId="{EB7B00EB-A917-5335-F607-EF299924E649}"/>
          </ac:spMkLst>
        </pc:spChg>
        <pc:spChg chg="add mod">
          <ac:chgData name="Ahana SARKAR" userId="a5fd6ee3-3711-4b27-80e9-5d31ab855a57" providerId="ADAL" clId="{1F6A86AB-3B44-4272-A9ED-23B2E9D6E67C}" dt="2026-05-21T04:13:06.217" v="2332" actId="1076"/>
          <ac:spMkLst>
            <pc:docMk/>
            <pc:sldMk cId="0" sldId="259"/>
            <ac:spMk id="78" creationId="{7522AE2B-615A-0BF6-2A7D-3AC50DDB907D}"/>
          </ac:spMkLst>
        </pc:spChg>
        <pc:spChg chg="add mod">
          <ac:chgData name="Ahana SARKAR" userId="a5fd6ee3-3711-4b27-80e9-5d31ab855a57" providerId="ADAL" clId="{1F6A86AB-3B44-4272-A9ED-23B2E9D6E67C}" dt="2026-05-21T04:03:57.466" v="1847" actId="108"/>
          <ac:spMkLst>
            <pc:docMk/>
            <pc:sldMk cId="0" sldId="259"/>
            <ac:spMk id="79" creationId="{F4796E6A-C51A-CD29-939A-D5A9CFEE8AB0}"/>
          </ac:spMkLst>
        </pc:spChg>
        <pc:spChg chg="add mod">
          <ac:chgData name="Ahana SARKAR" userId="a5fd6ee3-3711-4b27-80e9-5d31ab855a57" providerId="ADAL" clId="{1F6A86AB-3B44-4272-A9ED-23B2E9D6E67C}" dt="2026-05-21T04:05:13.203" v="1861" actId="1076"/>
          <ac:spMkLst>
            <pc:docMk/>
            <pc:sldMk cId="0" sldId="259"/>
            <ac:spMk id="80" creationId="{34CBC0D7-C12B-FB92-C695-6DA15C8FA1E9}"/>
          </ac:spMkLst>
        </pc:spChg>
        <pc:spChg chg="add mod">
          <ac:chgData name="Ahana SARKAR" userId="a5fd6ee3-3711-4b27-80e9-5d31ab855a57" providerId="ADAL" clId="{1F6A86AB-3B44-4272-A9ED-23B2E9D6E67C}" dt="2026-05-21T04:02:45.927" v="1777" actId="20577"/>
          <ac:spMkLst>
            <pc:docMk/>
            <pc:sldMk cId="0" sldId="259"/>
            <ac:spMk id="81" creationId="{970704B4-D251-9AD6-FC63-B0CF738B1D10}"/>
          </ac:spMkLst>
        </pc:spChg>
        <pc:grpChg chg="mod">
          <ac:chgData name="Ahana SARKAR" userId="a5fd6ee3-3711-4b27-80e9-5d31ab855a57" providerId="ADAL" clId="{1F6A86AB-3B44-4272-A9ED-23B2E9D6E67C}" dt="2026-05-21T04:07:46.731" v="2072" actId="1076"/>
          <ac:grpSpMkLst>
            <pc:docMk/>
            <pc:sldMk cId="0" sldId="259"/>
            <ac:grpSpMk id="2" creationId="{00000000-0000-0000-0000-000000000000}"/>
          </ac:grpSpMkLst>
        </pc:grpChg>
      </pc:sldChg>
      <pc:sldChg chg="addSp delSp modSp mod">
        <pc:chgData name="Ahana SARKAR" userId="a5fd6ee3-3711-4b27-80e9-5d31ab855a57" providerId="ADAL" clId="{1F6A86AB-3B44-4272-A9ED-23B2E9D6E67C}" dt="2026-05-21T04:29:17.252" v="2542" actId="14100"/>
        <pc:sldMkLst>
          <pc:docMk/>
          <pc:sldMk cId="0" sldId="260"/>
        </pc:sldMkLst>
        <pc:spChg chg="add del mod">
          <ac:chgData name="Ahana SARKAR" userId="a5fd6ee3-3711-4b27-80e9-5d31ab855a57" providerId="ADAL" clId="{1F6A86AB-3B44-4272-A9ED-23B2E9D6E67C}" dt="2026-05-21T04:29:17.252" v="2542" actId="14100"/>
          <ac:spMkLst>
            <pc:docMk/>
            <pc:sldMk cId="0" sldId="260"/>
            <ac:spMk id="7" creationId="{00000000-0000-0000-0000-000000000000}"/>
          </ac:spMkLst>
        </pc:spChg>
        <pc:spChg chg="del mod">
          <ac:chgData name="Ahana SARKAR" userId="a5fd6ee3-3711-4b27-80e9-5d31ab855a57" providerId="ADAL" clId="{1F6A86AB-3B44-4272-A9ED-23B2E9D6E67C}" dt="2026-05-21T04:28:21.387" v="2477" actId="478"/>
          <ac:spMkLst>
            <pc:docMk/>
            <pc:sldMk cId="0" sldId="260"/>
            <ac:spMk id="8" creationId="{00000000-0000-0000-0000-000000000000}"/>
          </ac:spMkLst>
        </pc:spChg>
        <pc:spChg chg="add del mod">
          <ac:chgData name="Ahana SARKAR" userId="a5fd6ee3-3711-4b27-80e9-5d31ab855a57" providerId="ADAL" clId="{1F6A86AB-3B44-4272-A9ED-23B2E9D6E67C}" dt="2026-05-21T04:28:52.526" v="2497" actId="478"/>
          <ac:spMkLst>
            <pc:docMk/>
            <pc:sldMk cId="0" sldId="260"/>
            <ac:spMk id="9" creationId="{00000000-0000-0000-0000-000000000000}"/>
          </ac:spMkLst>
        </pc:spChg>
        <pc:grpChg chg="del">
          <ac:chgData name="Ahana SARKAR" userId="a5fd6ee3-3711-4b27-80e9-5d31ab855a57" providerId="ADAL" clId="{1F6A86AB-3B44-4272-A9ED-23B2E9D6E67C}" dt="2026-05-21T04:28:19.689" v="2475" actId="478"/>
          <ac:grpSpMkLst>
            <pc:docMk/>
            <pc:sldMk cId="0" sldId="260"/>
            <ac:grpSpMk id="5" creationId="{00000000-0000-0000-0000-000000000000}"/>
          </ac:grpSpMkLst>
        </pc:grpChg>
      </pc:sldChg>
      <pc:sldChg chg="delSp modSp mod">
        <pc:chgData name="Ahana SARKAR" userId="a5fd6ee3-3711-4b27-80e9-5d31ab855a57" providerId="ADAL" clId="{1F6A86AB-3B44-4272-A9ED-23B2E9D6E67C}" dt="2026-05-21T04:29:39.795" v="2581" actId="20577"/>
        <pc:sldMkLst>
          <pc:docMk/>
          <pc:sldMk cId="0" sldId="261"/>
        </pc:sldMkLst>
        <pc:spChg chg="mod">
          <ac:chgData name="Ahana SARKAR" userId="a5fd6ee3-3711-4b27-80e9-5d31ab855a57" providerId="ADAL" clId="{1F6A86AB-3B44-4272-A9ED-23B2E9D6E67C}" dt="2026-05-21T04:29:39.795" v="2581" actId="20577"/>
          <ac:spMkLst>
            <pc:docMk/>
            <pc:sldMk cId="0" sldId="261"/>
            <ac:spMk id="5" creationId="{00000000-0000-0000-0000-000000000000}"/>
          </ac:spMkLst>
        </pc:spChg>
        <pc:spChg chg="del">
          <ac:chgData name="Ahana SARKAR" userId="a5fd6ee3-3711-4b27-80e9-5d31ab855a57" providerId="ADAL" clId="{1F6A86AB-3B44-4272-A9ED-23B2E9D6E67C}" dt="2026-05-21T04:28:12.388" v="2473" actId="478"/>
          <ac:spMkLst>
            <pc:docMk/>
            <pc:sldMk cId="0" sldId="261"/>
            <ac:spMk id="6" creationId="{00000000-0000-0000-0000-000000000000}"/>
          </ac:spMkLst>
        </pc:spChg>
        <pc:spChg chg="del">
          <ac:chgData name="Ahana SARKAR" userId="a5fd6ee3-3711-4b27-80e9-5d31ab855a57" providerId="ADAL" clId="{1F6A86AB-3B44-4272-A9ED-23B2E9D6E67C}" dt="2026-05-21T04:28:12.388" v="2473" actId="478"/>
          <ac:spMkLst>
            <pc:docMk/>
            <pc:sldMk cId="0" sldId="261"/>
            <ac:spMk id="7" creationId="{00000000-0000-0000-0000-000000000000}"/>
          </ac:spMkLst>
        </pc:spChg>
        <pc:spChg chg="del">
          <ac:chgData name="Ahana SARKAR" userId="a5fd6ee3-3711-4b27-80e9-5d31ab855a57" providerId="ADAL" clId="{1F6A86AB-3B44-4272-A9ED-23B2E9D6E67C}" dt="2026-05-21T04:28:12.388" v="2473" actId="478"/>
          <ac:spMkLst>
            <pc:docMk/>
            <pc:sldMk cId="0" sldId="261"/>
            <ac:spMk id="8" creationId="{00000000-0000-0000-0000-000000000000}"/>
          </ac:spMkLst>
        </pc:spChg>
        <pc:spChg chg="del">
          <ac:chgData name="Ahana SARKAR" userId="a5fd6ee3-3711-4b27-80e9-5d31ab855a57" providerId="ADAL" clId="{1F6A86AB-3B44-4272-A9ED-23B2E9D6E67C}" dt="2026-05-21T04:28:12.388" v="2473" actId="478"/>
          <ac:spMkLst>
            <pc:docMk/>
            <pc:sldMk cId="0" sldId="261"/>
            <ac:spMk id="9" creationId="{00000000-0000-0000-0000-000000000000}"/>
          </ac:spMkLst>
        </pc:spChg>
        <pc:spChg chg="del">
          <ac:chgData name="Ahana SARKAR" userId="a5fd6ee3-3711-4b27-80e9-5d31ab855a57" providerId="ADAL" clId="{1F6A86AB-3B44-4272-A9ED-23B2E9D6E67C}" dt="2026-05-21T04:28:12.388" v="2473" actId="478"/>
          <ac:spMkLst>
            <pc:docMk/>
            <pc:sldMk cId="0" sldId="261"/>
            <ac:spMk id="10" creationId="{00000000-0000-0000-0000-000000000000}"/>
          </ac:spMkLst>
        </pc:spChg>
        <pc:spChg chg="del">
          <ac:chgData name="Ahana SARKAR" userId="a5fd6ee3-3711-4b27-80e9-5d31ab855a57" providerId="ADAL" clId="{1F6A86AB-3B44-4272-A9ED-23B2E9D6E67C}" dt="2026-05-21T04:28:12.388" v="2473" actId="478"/>
          <ac:spMkLst>
            <pc:docMk/>
            <pc:sldMk cId="0" sldId="261"/>
            <ac:spMk id="11" creationId="{00000000-0000-0000-0000-000000000000}"/>
          </ac:spMkLst>
        </pc:spChg>
        <pc:spChg chg="del">
          <ac:chgData name="Ahana SARKAR" userId="a5fd6ee3-3711-4b27-80e9-5d31ab855a57" providerId="ADAL" clId="{1F6A86AB-3B44-4272-A9ED-23B2E9D6E67C}" dt="2026-05-21T04:28:12.388" v="2473" actId="478"/>
          <ac:spMkLst>
            <pc:docMk/>
            <pc:sldMk cId="0" sldId="261"/>
            <ac:spMk id="12" creationId="{00000000-0000-0000-0000-000000000000}"/>
          </ac:spMkLst>
        </pc:spChg>
        <pc:spChg chg="del">
          <ac:chgData name="Ahana SARKAR" userId="a5fd6ee3-3711-4b27-80e9-5d31ab855a57" providerId="ADAL" clId="{1F6A86AB-3B44-4272-A9ED-23B2E9D6E67C}" dt="2026-05-21T04:28:12.388" v="2473" actId="478"/>
          <ac:spMkLst>
            <pc:docMk/>
            <pc:sldMk cId="0" sldId="261"/>
            <ac:spMk id="13" creationId="{00000000-0000-0000-0000-000000000000}"/>
          </ac:spMkLst>
        </pc:spChg>
      </pc:sldChg>
      <pc:sldChg chg="delSp modSp mod">
        <pc:chgData name="Ahana SARKAR" userId="a5fd6ee3-3711-4b27-80e9-5d31ab855a57" providerId="ADAL" clId="{1F6A86AB-3B44-4272-A9ED-23B2E9D6E67C}" dt="2026-05-21T04:30:01.479" v="2624" actId="20577"/>
        <pc:sldMkLst>
          <pc:docMk/>
          <pc:sldMk cId="0" sldId="262"/>
        </pc:sldMkLst>
        <pc:spChg chg="mod">
          <ac:chgData name="Ahana SARKAR" userId="a5fd6ee3-3711-4b27-80e9-5d31ab855a57" providerId="ADAL" clId="{1F6A86AB-3B44-4272-A9ED-23B2E9D6E67C}" dt="2026-05-21T04:30:01.479" v="2624" actId="20577"/>
          <ac:spMkLst>
            <pc:docMk/>
            <pc:sldMk cId="0" sldId="262"/>
            <ac:spMk id="5" creationId="{00000000-0000-0000-0000-000000000000}"/>
          </ac:spMkLst>
        </pc:spChg>
        <pc:spChg chg="del mod">
          <ac:chgData name="Ahana SARKAR" userId="a5fd6ee3-3711-4b27-80e9-5d31ab855a57" providerId="ADAL" clId="{1F6A86AB-3B44-4272-A9ED-23B2E9D6E67C}" dt="2026-05-21T04:28:08.672" v="2472" actId="478"/>
          <ac:spMkLst>
            <pc:docMk/>
            <pc:sldMk cId="0" sldId="262"/>
            <ac:spMk id="6" creationId="{00000000-0000-0000-0000-000000000000}"/>
          </ac:spMkLst>
        </pc:spChg>
        <pc:spChg chg="del">
          <ac:chgData name="Ahana SARKAR" userId="a5fd6ee3-3711-4b27-80e9-5d31ab855a57" providerId="ADAL" clId="{1F6A86AB-3B44-4272-A9ED-23B2E9D6E67C}" dt="2026-05-21T04:28:06.234" v="2470" actId="478"/>
          <ac:spMkLst>
            <pc:docMk/>
            <pc:sldMk cId="0" sldId="262"/>
            <ac:spMk id="15" creationId="{00000000-0000-0000-0000-000000000000}"/>
          </ac:spMkLst>
        </pc:spChg>
        <pc:spChg chg="del">
          <ac:chgData name="Ahana SARKAR" userId="a5fd6ee3-3711-4b27-80e9-5d31ab855a57" providerId="ADAL" clId="{1F6A86AB-3B44-4272-A9ED-23B2E9D6E67C}" dt="2026-05-21T04:28:06.234" v="2470" actId="478"/>
          <ac:spMkLst>
            <pc:docMk/>
            <pc:sldMk cId="0" sldId="262"/>
            <ac:spMk id="16" creationId="{00000000-0000-0000-0000-000000000000}"/>
          </ac:spMkLst>
        </pc:spChg>
        <pc:spChg chg="del">
          <ac:chgData name="Ahana SARKAR" userId="a5fd6ee3-3711-4b27-80e9-5d31ab855a57" providerId="ADAL" clId="{1F6A86AB-3B44-4272-A9ED-23B2E9D6E67C}" dt="2026-05-21T04:28:06.234" v="2470" actId="478"/>
          <ac:spMkLst>
            <pc:docMk/>
            <pc:sldMk cId="0" sldId="262"/>
            <ac:spMk id="17" creationId="{00000000-0000-0000-0000-000000000000}"/>
          </ac:spMkLst>
        </pc:spChg>
        <pc:spChg chg="del">
          <ac:chgData name="Ahana SARKAR" userId="a5fd6ee3-3711-4b27-80e9-5d31ab855a57" providerId="ADAL" clId="{1F6A86AB-3B44-4272-A9ED-23B2E9D6E67C}" dt="2026-05-21T04:28:06.234" v="2470" actId="478"/>
          <ac:spMkLst>
            <pc:docMk/>
            <pc:sldMk cId="0" sldId="262"/>
            <ac:spMk id="18" creationId="{00000000-0000-0000-0000-000000000000}"/>
          </ac:spMkLst>
        </pc:spChg>
        <pc:grpChg chg="del">
          <ac:chgData name="Ahana SARKAR" userId="a5fd6ee3-3711-4b27-80e9-5d31ab855a57" providerId="ADAL" clId="{1F6A86AB-3B44-4272-A9ED-23B2E9D6E67C}" dt="2026-05-21T04:28:06.234" v="2470" actId="478"/>
          <ac:grpSpMkLst>
            <pc:docMk/>
            <pc:sldMk cId="0" sldId="262"/>
            <ac:grpSpMk id="7" creationId="{00000000-0000-0000-0000-000000000000}"/>
          </ac:grpSpMkLst>
        </pc:grpChg>
        <pc:grpChg chg="del">
          <ac:chgData name="Ahana SARKAR" userId="a5fd6ee3-3711-4b27-80e9-5d31ab855a57" providerId="ADAL" clId="{1F6A86AB-3B44-4272-A9ED-23B2E9D6E67C}" dt="2026-05-21T04:28:06.234" v="2470" actId="478"/>
          <ac:grpSpMkLst>
            <pc:docMk/>
            <pc:sldMk cId="0" sldId="262"/>
            <ac:grpSpMk id="9" creationId="{00000000-0000-0000-0000-000000000000}"/>
          </ac:grpSpMkLst>
        </pc:grpChg>
        <pc:grpChg chg="del">
          <ac:chgData name="Ahana SARKAR" userId="a5fd6ee3-3711-4b27-80e9-5d31ab855a57" providerId="ADAL" clId="{1F6A86AB-3B44-4272-A9ED-23B2E9D6E67C}" dt="2026-05-21T04:28:06.234" v="2470" actId="478"/>
          <ac:grpSpMkLst>
            <pc:docMk/>
            <pc:sldMk cId="0" sldId="262"/>
            <ac:grpSpMk id="11" creationId="{00000000-0000-0000-0000-000000000000}"/>
          </ac:grpSpMkLst>
        </pc:grpChg>
        <pc:grpChg chg="del">
          <ac:chgData name="Ahana SARKAR" userId="a5fd6ee3-3711-4b27-80e9-5d31ab855a57" providerId="ADAL" clId="{1F6A86AB-3B44-4272-A9ED-23B2E9D6E67C}" dt="2026-05-21T04:28:06.234" v="2470" actId="478"/>
          <ac:grpSpMkLst>
            <pc:docMk/>
            <pc:sldMk cId="0" sldId="262"/>
            <ac:grpSpMk id="13" creationId="{00000000-0000-0000-0000-000000000000}"/>
          </ac:grpSpMkLst>
        </pc:grpChg>
      </pc:sldChg>
      <pc:sldChg chg="del">
        <pc:chgData name="Ahana SARKAR" userId="a5fd6ee3-3711-4b27-80e9-5d31ab855a57" providerId="ADAL" clId="{1F6A86AB-3B44-4272-A9ED-23B2E9D6E67C}" dt="2026-05-21T04:28:02.384" v="2469" actId="47"/>
        <pc:sldMkLst>
          <pc:docMk/>
          <pc:sldMk cId="0" sldId="263"/>
        </pc:sldMkLst>
      </pc:sldChg>
      <pc:sldChg chg="del">
        <pc:chgData name="Ahana SARKAR" userId="a5fd6ee3-3711-4b27-80e9-5d31ab855a57" providerId="ADAL" clId="{1F6A86AB-3B44-4272-A9ED-23B2E9D6E67C}" dt="2026-05-21T04:28:02.018" v="2468" actId="47"/>
        <pc:sldMkLst>
          <pc:docMk/>
          <pc:sldMk cId="0" sldId="264"/>
        </pc:sldMkLst>
      </pc:sldChg>
      <pc:sldChg chg="del">
        <pc:chgData name="Ahana SARKAR" userId="a5fd6ee3-3711-4b27-80e9-5d31ab855a57" providerId="ADAL" clId="{1F6A86AB-3B44-4272-A9ED-23B2E9D6E67C}" dt="2026-05-21T04:28:00.399" v="2467" actId="47"/>
        <pc:sldMkLst>
          <pc:docMk/>
          <pc:sldMk cId="0" sldId="265"/>
        </pc:sldMkLst>
      </pc:sldChg>
      <pc:sldChg chg="del">
        <pc:chgData name="Ahana SARKAR" userId="a5fd6ee3-3711-4b27-80e9-5d31ab855a57" providerId="ADAL" clId="{1F6A86AB-3B44-4272-A9ED-23B2E9D6E67C}" dt="2026-05-21T04:27:59.933" v="2466" actId="47"/>
        <pc:sldMkLst>
          <pc:docMk/>
          <pc:sldMk cId="0" sldId="266"/>
        </pc:sldMkLst>
      </pc:sldChg>
      <pc:sldChg chg="del">
        <pc:chgData name="Ahana SARKAR" userId="a5fd6ee3-3711-4b27-80e9-5d31ab855a57" providerId="ADAL" clId="{1F6A86AB-3B44-4272-A9ED-23B2E9D6E67C}" dt="2026-05-21T04:27:59.083" v="2465" actId="47"/>
        <pc:sldMkLst>
          <pc:docMk/>
          <pc:sldMk cId="0" sldId="267"/>
        </pc:sldMkLst>
      </pc:sldChg>
      <pc:sldChg chg="del">
        <pc:chgData name="Ahana SARKAR" userId="a5fd6ee3-3711-4b27-80e9-5d31ab855a57" providerId="ADAL" clId="{1F6A86AB-3B44-4272-A9ED-23B2E9D6E67C}" dt="2026-05-21T04:27:58.383" v="2464" actId="47"/>
        <pc:sldMkLst>
          <pc:docMk/>
          <pc:sldMk cId="0" sldId="268"/>
        </pc:sldMkLst>
      </pc:sldChg>
      <pc:sldChg chg="addSp delSp modSp add mod setBg modAnim">
        <pc:chgData name="Ahana SARKAR" userId="a5fd6ee3-3711-4b27-80e9-5d31ab855a57" providerId="ADAL" clId="{1F6A86AB-3B44-4272-A9ED-23B2E9D6E67C}" dt="2026-05-21T04:31:10.317" v="2626" actId="207"/>
        <pc:sldMkLst>
          <pc:docMk/>
          <pc:sldMk cId="1708219813" sldId="269"/>
        </pc:sldMkLst>
        <pc:spChg chg="mod">
          <ac:chgData name="Ahana SARKAR" userId="a5fd6ee3-3711-4b27-80e9-5d31ab855a57" providerId="ADAL" clId="{1F6A86AB-3B44-4272-A9ED-23B2E9D6E67C}" dt="2026-05-21T04:17:36.445" v="2445" actId="1076"/>
          <ac:spMkLst>
            <pc:docMk/>
            <pc:sldMk cId="1708219813" sldId="269"/>
            <ac:spMk id="5" creationId="{AD37C82C-ABDC-2BD8-40C9-D8F8754A4881}"/>
          </ac:spMkLst>
        </pc:spChg>
        <pc:spChg chg="mod">
          <ac:chgData name="Ahana SARKAR" userId="a5fd6ee3-3711-4b27-80e9-5d31ab855a57" providerId="ADAL" clId="{1F6A86AB-3B44-4272-A9ED-23B2E9D6E67C}" dt="2026-05-21T03:17:25.182" v="1437" actId="207"/>
          <ac:spMkLst>
            <pc:docMk/>
            <pc:sldMk cId="1708219813" sldId="269"/>
            <ac:spMk id="6" creationId="{4A23E208-BCC3-7211-9624-776FA1CAA951}"/>
          </ac:spMkLst>
        </pc:spChg>
        <pc:spChg chg="del mod">
          <ac:chgData name="Ahana SARKAR" userId="a5fd6ee3-3711-4b27-80e9-5d31ab855a57" providerId="ADAL" clId="{1F6A86AB-3B44-4272-A9ED-23B2E9D6E67C}" dt="2026-05-21T04:16:36.242" v="2417" actId="478"/>
          <ac:spMkLst>
            <pc:docMk/>
            <pc:sldMk cId="1708219813" sldId="269"/>
            <ac:spMk id="7" creationId="{77CAFCEC-99F1-7938-24BF-2E0778C31F69}"/>
          </ac:spMkLst>
        </pc:spChg>
        <pc:spChg chg="mod">
          <ac:chgData name="Ahana SARKAR" userId="a5fd6ee3-3711-4b27-80e9-5d31ab855a57" providerId="ADAL" clId="{1F6A86AB-3B44-4272-A9ED-23B2E9D6E67C}" dt="2026-05-21T02:46:54.619" v="1302" actId="20577"/>
          <ac:spMkLst>
            <pc:docMk/>
            <pc:sldMk cId="1708219813" sldId="269"/>
            <ac:spMk id="8" creationId="{C5F53DBC-CFEB-CC1F-72D8-CE37072F498E}"/>
          </ac:spMkLst>
        </pc:spChg>
        <pc:spChg chg="add mod">
          <ac:chgData name="Ahana SARKAR" userId="a5fd6ee3-3711-4b27-80e9-5d31ab855a57" providerId="ADAL" clId="{1F6A86AB-3B44-4272-A9ED-23B2E9D6E67C}" dt="2026-05-21T02:31:08.017" v="854"/>
          <ac:spMkLst>
            <pc:docMk/>
            <pc:sldMk cId="1708219813" sldId="269"/>
            <ac:spMk id="9" creationId="{D066EA2D-3451-DBD8-D232-2DB5B88A4BBF}"/>
          </ac:spMkLst>
        </pc:spChg>
        <pc:spChg chg="mod">
          <ac:chgData name="Ahana SARKAR" userId="a5fd6ee3-3711-4b27-80e9-5d31ab855a57" providerId="ADAL" clId="{1F6A86AB-3B44-4272-A9ED-23B2E9D6E67C}" dt="2026-05-21T02:30:15.552" v="848" actId="1076"/>
          <ac:spMkLst>
            <pc:docMk/>
            <pc:sldMk cId="1708219813" sldId="269"/>
            <ac:spMk id="10" creationId="{8FF73808-8EF6-9CA5-FC4E-76FC1B0843A1}"/>
          </ac:spMkLst>
        </pc:spChg>
        <pc:spChg chg="mod">
          <ac:chgData name="Ahana SARKAR" userId="a5fd6ee3-3711-4b27-80e9-5d31ab855a57" providerId="ADAL" clId="{1F6A86AB-3B44-4272-A9ED-23B2E9D6E67C}" dt="2026-05-21T02:30:22.793" v="851" actId="1076"/>
          <ac:spMkLst>
            <pc:docMk/>
            <pc:sldMk cId="1708219813" sldId="269"/>
            <ac:spMk id="11" creationId="{55F111D2-7FC6-EDD4-3382-C4DE430CB812}"/>
          </ac:spMkLst>
        </pc:spChg>
        <pc:spChg chg="mod">
          <ac:chgData name="Ahana SARKAR" userId="a5fd6ee3-3711-4b27-80e9-5d31ab855a57" providerId="ADAL" clId="{1F6A86AB-3B44-4272-A9ED-23B2E9D6E67C}" dt="2026-05-21T02:30:26.268" v="852" actId="1076"/>
          <ac:spMkLst>
            <pc:docMk/>
            <pc:sldMk cId="1708219813" sldId="269"/>
            <ac:spMk id="12" creationId="{E585F060-9B92-E266-95E7-5B163F012C73}"/>
          </ac:spMkLst>
        </pc:spChg>
        <pc:spChg chg="del mod">
          <ac:chgData name="Ahana SARKAR" userId="a5fd6ee3-3711-4b27-80e9-5d31ab855a57" providerId="ADAL" clId="{1F6A86AB-3B44-4272-A9ED-23B2E9D6E67C}" dt="2026-05-21T04:16:34.069" v="2416" actId="478"/>
          <ac:spMkLst>
            <pc:docMk/>
            <pc:sldMk cId="1708219813" sldId="269"/>
            <ac:spMk id="13" creationId="{D7E85E73-7353-61AA-F01D-3C0CE66CC6A4}"/>
          </ac:spMkLst>
        </pc:spChg>
        <pc:spChg chg="mod">
          <ac:chgData name="Ahana SARKAR" userId="a5fd6ee3-3711-4b27-80e9-5d31ab855a57" providerId="ADAL" clId="{1F6A86AB-3B44-4272-A9ED-23B2E9D6E67C}" dt="2026-05-21T04:10:00.077" v="2093" actId="1076"/>
          <ac:spMkLst>
            <pc:docMk/>
            <pc:sldMk cId="1708219813" sldId="269"/>
            <ac:spMk id="14" creationId="{6377FB1B-7BC3-4DD1-4379-B04E4629B423}"/>
          </ac:spMkLst>
        </pc:spChg>
        <pc:spChg chg="add mod">
          <ac:chgData name="Ahana SARKAR" userId="a5fd6ee3-3711-4b27-80e9-5d31ab855a57" providerId="ADAL" clId="{1F6A86AB-3B44-4272-A9ED-23B2E9D6E67C}" dt="2026-05-21T02:31:52.050" v="906" actId="1076"/>
          <ac:spMkLst>
            <pc:docMk/>
            <pc:sldMk cId="1708219813" sldId="269"/>
            <ac:spMk id="16" creationId="{75CC2553-14E6-1C94-3D84-6FC932C345C7}"/>
          </ac:spMkLst>
        </pc:spChg>
        <pc:spChg chg="mod">
          <ac:chgData name="Ahana SARKAR" userId="a5fd6ee3-3711-4b27-80e9-5d31ab855a57" providerId="ADAL" clId="{1F6A86AB-3B44-4272-A9ED-23B2E9D6E67C}" dt="2026-05-21T04:13:27.433" v="2333" actId="2711"/>
          <ac:spMkLst>
            <pc:docMk/>
            <pc:sldMk cId="1708219813" sldId="269"/>
            <ac:spMk id="17" creationId="{6F467760-9818-840A-F2ED-A97E43EBE477}"/>
          </ac:spMkLst>
        </pc:spChg>
        <pc:spChg chg="mod">
          <ac:chgData name="Ahana SARKAR" userId="a5fd6ee3-3711-4b27-80e9-5d31ab855a57" providerId="ADAL" clId="{1F6A86AB-3B44-4272-A9ED-23B2E9D6E67C}" dt="2026-05-21T04:13:27.433" v="2333" actId="2711"/>
          <ac:spMkLst>
            <pc:docMk/>
            <pc:sldMk cId="1708219813" sldId="269"/>
            <ac:spMk id="18" creationId="{650BBE88-FDF3-2870-2B1C-1897BCFAFC28}"/>
          </ac:spMkLst>
        </pc:spChg>
        <pc:spChg chg="add mod">
          <ac:chgData name="Ahana SARKAR" userId="a5fd6ee3-3711-4b27-80e9-5d31ab855a57" providerId="ADAL" clId="{1F6A86AB-3B44-4272-A9ED-23B2E9D6E67C}" dt="2026-05-21T02:32:08.911" v="912"/>
          <ac:spMkLst>
            <pc:docMk/>
            <pc:sldMk cId="1708219813" sldId="269"/>
            <ac:spMk id="20" creationId="{37DE9446-B54B-0444-0CF2-745DEBEAB99A}"/>
          </ac:spMkLst>
        </pc:spChg>
        <pc:spChg chg="mod">
          <ac:chgData name="Ahana SARKAR" userId="a5fd6ee3-3711-4b27-80e9-5d31ab855a57" providerId="ADAL" clId="{1F6A86AB-3B44-4272-A9ED-23B2E9D6E67C}" dt="2026-05-21T02:40:23.164" v="1220" actId="1076"/>
          <ac:spMkLst>
            <pc:docMk/>
            <pc:sldMk cId="1708219813" sldId="269"/>
            <ac:spMk id="21" creationId="{81767D6C-C366-FD08-C6B7-150510DFF9B2}"/>
          </ac:spMkLst>
        </pc:spChg>
        <pc:spChg chg="add mod">
          <ac:chgData name="Ahana SARKAR" userId="a5fd6ee3-3711-4b27-80e9-5d31ab855a57" providerId="ADAL" clId="{1F6A86AB-3B44-4272-A9ED-23B2E9D6E67C}" dt="2026-05-21T04:14:15.723" v="2336" actId="1076"/>
          <ac:spMkLst>
            <pc:docMk/>
            <pc:sldMk cId="1708219813" sldId="269"/>
            <ac:spMk id="22" creationId="{5C913D1E-213E-15BA-0327-246281E5ACBC}"/>
          </ac:spMkLst>
        </pc:spChg>
        <pc:spChg chg="mod">
          <ac:chgData name="Ahana SARKAR" userId="a5fd6ee3-3711-4b27-80e9-5d31ab855a57" providerId="ADAL" clId="{1F6A86AB-3B44-4272-A9ED-23B2E9D6E67C}" dt="2026-05-21T04:13:27.433" v="2333" actId="2711"/>
          <ac:spMkLst>
            <pc:docMk/>
            <pc:sldMk cId="1708219813" sldId="269"/>
            <ac:spMk id="23" creationId="{D2651046-7E10-38C8-102C-E3E517696D6A}"/>
          </ac:spMkLst>
        </pc:spChg>
        <pc:spChg chg="mod">
          <ac:chgData name="Ahana SARKAR" userId="a5fd6ee3-3711-4b27-80e9-5d31ab855a57" providerId="ADAL" clId="{1F6A86AB-3B44-4272-A9ED-23B2E9D6E67C}" dt="2026-05-21T04:13:27.433" v="2333" actId="2711"/>
          <ac:spMkLst>
            <pc:docMk/>
            <pc:sldMk cId="1708219813" sldId="269"/>
            <ac:spMk id="24" creationId="{333413C7-F543-5955-1020-6C8837A41FC7}"/>
          </ac:spMkLst>
        </pc:spChg>
        <pc:spChg chg="mod">
          <ac:chgData name="Ahana SARKAR" userId="a5fd6ee3-3711-4b27-80e9-5d31ab855a57" providerId="ADAL" clId="{1F6A86AB-3B44-4272-A9ED-23B2E9D6E67C}" dt="2026-05-21T02:40:32.240" v="1222" actId="1076"/>
          <ac:spMkLst>
            <pc:docMk/>
            <pc:sldMk cId="1708219813" sldId="269"/>
            <ac:spMk id="25" creationId="{36278784-F7AD-E42F-12D4-AE6819141D58}"/>
          </ac:spMkLst>
        </pc:spChg>
        <pc:spChg chg="mod">
          <ac:chgData name="Ahana SARKAR" userId="a5fd6ee3-3711-4b27-80e9-5d31ab855a57" providerId="ADAL" clId="{1F6A86AB-3B44-4272-A9ED-23B2E9D6E67C}" dt="2026-05-21T02:29:26.872" v="838" actId="1076"/>
          <ac:spMkLst>
            <pc:docMk/>
            <pc:sldMk cId="1708219813" sldId="269"/>
            <ac:spMk id="26" creationId="{98589B2E-6741-A849-FD59-3562E58C368D}"/>
          </ac:spMkLst>
        </pc:spChg>
        <pc:spChg chg="mod">
          <ac:chgData name="Ahana SARKAR" userId="a5fd6ee3-3711-4b27-80e9-5d31ab855a57" providerId="ADAL" clId="{1F6A86AB-3B44-4272-A9ED-23B2E9D6E67C}" dt="2026-05-21T04:13:27.433" v="2333" actId="2711"/>
          <ac:spMkLst>
            <pc:docMk/>
            <pc:sldMk cId="1708219813" sldId="269"/>
            <ac:spMk id="27" creationId="{EDEBE361-565C-C0E9-CC29-C53585DDB8E0}"/>
          </ac:spMkLst>
        </pc:spChg>
        <pc:spChg chg="mod">
          <ac:chgData name="Ahana SARKAR" userId="a5fd6ee3-3711-4b27-80e9-5d31ab855a57" providerId="ADAL" clId="{1F6A86AB-3B44-4272-A9ED-23B2E9D6E67C}" dt="2026-05-21T02:33:08.646" v="924" actId="1076"/>
          <ac:spMkLst>
            <pc:docMk/>
            <pc:sldMk cId="1708219813" sldId="269"/>
            <ac:spMk id="28" creationId="{05581935-22E1-6B06-A8F1-DA7A6A4A0E4F}"/>
          </ac:spMkLst>
        </pc:spChg>
        <pc:spChg chg="mod">
          <ac:chgData name="Ahana SARKAR" userId="a5fd6ee3-3711-4b27-80e9-5d31ab855a57" providerId="ADAL" clId="{1F6A86AB-3B44-4272-A9ED-23B2E9D6E67C}" dt="2026-05-21T02:42:03.728" v="1238" actId="1076"/>
          <ac:spMkLst>
            <pc:docMk/>
            <pc:sldMk cId="1708219813" sldId="269"/>
            <ac:spMk id="29" creationId="{E01A38C1-8E1D-5C2A-6538-ED20847F4C48}"/>
          </ac:spMkLst>
        </pc:spChg>
        <pc:spChg chg="mod">
          <ac:chgData name="Ahana SARKAR" userId="a5fd6ee3-3711-4b27-80e9-5d31ab855a57" providerId="ADAL" clId="{1F6A86AB-3B44-4272-A9ED-23B2E9D6E67C}" dt="2026-05-21T02:41:41.606" v="1233" actId="14100"/>
          <ac:spMkLst>
            <pc:docMk/>
            <pc:sldMk cId="1708219813" sldId="269"/>
            <ac:spMk id="30" creationId="{B5577E0F-AB12-13D3-D6F0-1430B7388E97}"/>
          </ac:spMkLst>
        </pc:spChg>
        <pc:spChg chg="mod">
          <ac:chgData name="Ahana SARKAR" userId="a5fd6ee3-3711-4b27-80e9-5d31ab855a57" providerId="ADAL" clId="{1F6A86AB-3B44-4272-A9ED-23B2E9D6E67C}" dt="2026-05-21T02:41:49.557" v="1235" actId="1076"/>
          <ac:spMkLst>
            <pc:docMk/>
            <pc:sldMk cId="1708219813" sldId="269"/>
            <ac:spMk id="31" creationId="{46331E20-143A-BD66-5D52-47305ABE0C28}"/>
          </ac:spMkLst>
        </pc:spChg>
        <pc:spChg chg="mod">
          <ac:chgData name="Ahana SARKAR" userId="a5fd6ee3-3711-4b27-80e9-5d31ab855a57" providerId="ADAL" clId="{1F6A86AB-3B44-4272-A9ED-23B2E9D6E67C}" dt="2026-05-21T02:33:08.646" v="924" actId="1076"/>
          <ac:spMkLst>
            <pc:docMk/>
            <pc:sldMk cId="1708219813" sldId="269"/>
            <ac:spMk id="32" creationId="{7D500099-F34E-9262-4709-94F51CDE2B88}"/>
          </ac:spMkLst>
        </pc:spChg>
        <pc:spChg chg="mod">
          <ac:chgData name="Ahana SARKAR" userId="a5fd6ee3-3711-4b27-80e9-5d31ab855a57" providerId="ADAL" clId="{1F6A86AB-3B44-4272-A9ED-23B2E9D6E67C}" dt="2026-05-21T02:41:51.737" v="1236" actId="1076"/>
          <ac:spMkLst>
            <pc:docMk/>
            <pc:sldMk cId="1708219813" sldId="269"/>
            <ac:spMk id="33" creationId="{9FCF2A76-6AEB-4855-995B-5ACBE1AD0738}"/>
          </ac:spMkLst>
        </pc:spChg>
        <pc:spChg chg="add mod">
          <ac:chgData name="Ahana SARKAR" userId="a5fd6ee3-3711-4b27-80e9-5d31ab855a57" providerId="ADAL" clId="{1F6A86AB-3B44-4272-A9ED-23B2E9D6E67C}" dt="2026-05-21T03:11:19.243" v="1345" actId="1076"/>
          <ac:spMkLst>
            <pc:docMk/>
            <pc:sldMk cId="1708219813" sldId="269"/>
            <ac:spMk id="35" creationId="{33B2073A-5DBE-303C-8F0E-E3A66002972D}"/>
          </ac:spMkLst>
        </pc:spChg>
        <pc:spChg chg="add mod">
          <ac:chgData name="Ahana SARKAR" userId="a5fd6ee3-3711-4b27-80e9-5d31ab855a57" providerId="ADAL" clId="{1F6A86AB-3B44-4272-A9ED-23B2E9D6E67C}" dt="2026-05-21T02:36:11.550" v="1180" actId="113"/>
          <ac:spMkLst>
            <pc:docMk/>
            <pc:sldMk cId="1708219813" sldId="269"/>
            <ac:spMk id="36" creationId="{3A44E4FE-9EB3-CD41-C578-8477664B19AB}"/>
          </ac:spMkLst>
        </pc:spChg>
        <pc:spChg chg="add mod">
          <ac:chgData name="Ahana SARKAR" userId="a5fd6ee3-3711-4b27-80e9-5d31ab855a57" providerId="ADAL" clId="{1F6A86AB-3B44-4272-A9ED-23B2E9D6E67C}" dt="2026-05-21T04:13:27.433" v="2333" actId="2711"/>
          <ac:spMkLst>
            <pc:docMk/>
            <pc:sldMk cId="1708219813" sldId="269"/>
            <ac:spMk id="37" creationId="{8A7515CB-1C17-9B94-6A33-EE36CB37E8F4}"/>
          </ac:spMkLst>
        </pc:spChg>
        <pc:spChg chg="mod">
          <ac:chgData name="Ahana SARKAR" userId="a5fd6ee3-3711-4b27-80e9-5d31ab855a57" providerId="ADAL" clId="{1F6A86AB-3B44-4272-A9ED-23B2E9D6E67C}" dt="2026-05-21T02:33:08.646" v="924" actId="1076"/>
          <ac:spMkLst>
            <pc:docMk/>
            <pc:sldMk cId="1708219813" sldId="269"/>
            <ac:spMk id="38" creationId="{44189739-8633-A440-1DAC-CE0486335256}"/>
          </ac:spMkLst>
        </pc:spChg>
        <pc:spChg chg="mod">
          <ac:chgData name="Ahana SARKAR" userId="a5fd6ee3-3711-4b27-80e9-5d31ab855a57" providerId="ADAL" clId="{1F6A86AB-3B44-4272-A9ED-23B2E9D6E67C}" dt="2026-05-21T04:13:27.433" v="2333" actId="2711"/>
          <ac:spMkLst>
            <pc:docMk/>
            <pc:sldMk cId="1708219813" sldId="269"/>
            <ac:spMk id="39" creationId="{2B4B3557-A04A-B1FF-4255-305B93110E59}"/>
          </ac:spMkLst>
        </pc:spChg>
        <pc:spChg chg="mod">
          <ac:chgData name="Ahana SARKAR" userId="a5fd6ee3-3711-4b27-80e9-5d31ab855a57" providerId="ADAL" clId="{1F6A86AB-3B44-4272-A9ED-23B2E9D6E67C}" dt="2026-05-21T04:13:37.755" v="2334" actId="14100"/>
          <ac:spMkLst>
            <pc:docMk/>
            <pc:sldMk cId="1708219813" sldId="269"/>
            <ac:spMk id="40" creationId="{384C49BE-80FD-D1B5-263A-AF910A73B5A8}"/>
          </ac:spMkLst>
        </pc:spChg>
        <pc:spChg chg="add mod ord">
          <ac:chgData name="Ahana SARKAR" userId="a5fd6ee3-3711-4b27-80e9-5d31ab855a57" providerId="ADAL" clId="{1F6A86AB-3B44-4272-A9ED-23B2E9D6E67C}" dt="2026-05-21T04:31:03.679" v="2625" actId="207"/>
          <ac:spMkLst>
            <pc:docMk/>
            <pc:sldMk cId="1708219813" sldId="269"/>
            <ac:spMk id="41" creationId="{B1488671-9745-53F3-A303-61B7009C8DE5}"/>
          </ac:spMkLst>
        </pc:spChg>
        <pc:spChg chg="mod">
          <ac:chgData name="Ahana SARKAR" userId="a5fd6ee3-3711-4b27-80e9-5d31ab855a57" providerId="ADAL" clId="{1F6A86AB-3B44-4272-A9ED-23B2E9D6E67C}" dt="2026-05-21T02:40:02.139" v="1215" actId="20577"/>
          <ac:spMkLst>
            <pc:docMk/>
            <pc:sldMk cId="1708219813" sldId="269"/>
            <ac:spMk id="42" creationId="{4F463F8E-1877-DD17-EF77-556738D778F7}"/>
          </ac:spMkLst>
        </pc:spChg>
        <pc:spChg chg="mod">
          <ac:chgData name="Ahana SARKAR" userId="a5fd6ee3-3711-4b27-80e9-5d31ab855a57" providerId="ADAL" clId="{1F6A86AB-3B44-4272-A9ED-23B2E9D6E67C}" dt="2026-05-21T02:40:39.797" v="1223" actId="1076"/>
          <ac:spMkLst>
            <pc:docMk/>
            <pc:sldMk cId="1708219813" sldId="269"/>
            <ac:spMk id="43" creationId="{51CF1145-19C5-2510-E438-205AA5A954B1}"/>
          </ac:spMkLst>
        </pc:spChg>
        <pc:spChg chg="mod">
          <ac:chgData name="Ahana SARKAR" userId="a5fd6ee3-3711-4b27-80e9-5d31ab855a57" providerId="ADAL" clId="{1F6A86AB-3B44-4272-A9ED-23B2E9D6E67C}" dt="2026-05-21T02:35:48.366" v="1161"/>
          <ac:spMkLst>
            <pc:docMk/>
            <pc:sldMk cId="1708219813" sldId="269"/>
            <ac:spMk id="44" creationId="{45D6243A-08D5-F418-D6AC-B0D780C5B20D}"/>
          </ac:spMkLst>
        </pc:spChg>
        <pc:spChg chg="mod">
          <ac:chgData name="Ahana SARKAR" userId="a5fd6ee3-3711-4b27-80e9-5d31ab855a57" providerId="ADAL" clId="{1F6A86AB-3B44-4272-A9ED-23B2E9D6E67C}" dt="2026-05-21T04:13:27.433" v="2333" actId="2711"/>
          <ac:spMkLst>
            <pc:docMk/>
            <pc:sldMk cId="1708219813" sldId="269"/>
            <ac:spMk id="45" creationId="{D721F977-32C1-AB92-652B-FD5F5D98D57B}"/>
          </ac:spMkLst>
        </pc:spChg>
        <pc:spChg chg="mod">
          <ac:chgData name="Ahana SARKAR" userId="a5fd6ee3-3711-4b27-80e9-5d31ab855a57" providerId="ADAL" clId="{1F6A86AB-3B44-4272-A9ED-23B2E9D6E67C}" dt="2026-05-21T02:41:56.398" v="1237" actId="1076"/>
          <ac:spMkLst>
            <pc:docMk/>
            <pc:sldMk cId="1708219813" sldId="269"/>
            <ac:spMk id="46" creationId="{CBA35339-295A-2420-876B-593A6495AE37}"/>
          </ac:spMkLst>
        </pc:spChg>
        <pc:spChg chg="add mod ord">
          <ac:chgData name="Ahana SARKAR" userId="a5fd6ee3-3711-4b27-80e9-5d31ab855a57" providerId="ADAL" clId="{1F6A86AB-3B44-4272-A9ED-23B2E9D6E67C}" dt="2026-05-21T04:31:10.317" v="2626" actId="207"/>
          <ac:spMkLst>
            <pc:docMk/>
            <pc:sldMk cId="1708219813" sldId="269"/>
            <ac:spMk id="47" creationId="{0039B6F4-5453-0CDF-8AFE-77E2AAA524C4}"/>
          </ac:spMkLst>
        </pc:spChg>
      </pc:sldChg>
    </pc:docChg>
  </pc:docChgLst>
  <pc:docChgLst>
    <pc:chgData name="DINH Phuc Hung" userId="S::ph.dinh.2025@mitb.smu.edu.sg::6c55e13f-2523-414e-b534-cc901d07b4c1" providerId="AD" clId="Web-{53683C1F-325F-3B7D-F6C3-E8F913EC1154}"/>
    <pc:docChg chg="modSld">
      <pc:chgData name="DINH Phuc Hung" userId="S::ph.dinh.2025@mitb.smu.edu.sg::6c55e13f-2523-414e-b534-cc901d07b4c1" providerId="AD" clId="Web-{53683C1F-325F-3B7D-F6C3-E8F913EC1154}" dt="2026-05-21T04:40:48.395" v="14"/>
      <pc:docMkLst>
        <pc:docMk/>
      </pc:docMkLst>
      <pc:sldChg chg="modSp">
        <pc:chgData name="DINH Phuc Hung" userId="S::ph.dinh.2025@mitb.smu.edu.sg::6c55e13f-2523-414e-b534-cc901d07b4c1" providerId="AD" clId="Web-{53683C1F-325F-3B7D-F6C3-E8F913EC1154}" dt="2026-05-21T04:39:14.066" v="3" actId="20577"/>
        <pc:sldMkLst>
          <pc:docMk/>
          <pc:sldMk cId="0" sldId="257"/>
        </pc:sldMkLst>
        <pc:spChg chg="mod">
          <ac:chgData name="DINH Phuc Hung" userId="S::ph.dinh.2025@mitb.smu.edu.sg::6c55e13f-2523-414e-b534-cc901d07b4c1" providerId="AD" clId="Web-{53683C1F-325F-3B7D-F6C3-E8F913EC1154}" dt="2026-05-21T04:39:14.066" v="3" actId="20577"/>
          <ac:spMkLst>
            <pc:docMk/>
            <pc:sldMk cId="0" sldId="257"/>
            <ac:spMk id="6" creationId="{00000000-0000-0000-0000-000000000000}"/>
          </ac:spMkLst>
        </pc:spChg>
      </pc:sldChg>
      <pc:sldChg chg="modSp">
        <pc:chgData name="DINH Phuc Hung" userId="S::ph.dinh.2025@mitb.smu.edu.sg::6c55e13f-2523-414e-b534-cc901d07b4c1" providerId="AD" clId="Web-{53683C1F-325F-3B7D-F6C3-E8F913EC1154}" dt="2026-05-21T04:40:48.395" v="14"/>
        <pc:sldMkLst>
          <pc:docMk/>
          <pc:sldMk cId="1708219813" sldId="269"/>
        </pc:sldMkLst>
        <pc:spChg chg="mod">
          <ac:chgData name="DINH Phuc Hung" userId="S::ph.dinh.2025@mitb.smu.edu.sg::6c55e13f-2523-414e-b534-cc901d07b4c1" providerId="AD" clId="Web-{53683C1F-325F-3B7D-F6C3-E8F913EC1154}" dt="2026-05-21T04:40:48.395" v="14"/>
          <ac:spMkLst>
            <pc:docMk/>
            <pc:sldMk cId="1708219813" sldId="269"/>
            <ac:spMk id="35" creationId="{33B2073A-5DBE-303C-8F0E-E3A66002972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905330"/>
            <a:ext cx="14275874" cy="2556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20"/>
              </a:lnSpc>
            </a:pPr>
            <a:r>
              <a:rPr lang="en-US" sz="8000" b="1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DENGUE OUTBREAK RISK PREDICTION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37012" y="6031338"/>
            <a:ext cx="6594356" cy="55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Project Proposal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37012" y="7113679"/>
            <a:ext cx="6680614" cy="2215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400" b="1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Group 4</a:t>
            </a:r>
          </a:p>
          <a:p>
            <a:r>
              <a:rPr lang="en-US" sz="2400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Tran Nguyen Ngoc Nhu</a:t>
            </a:r>
          </a:p>
          <a:p>
            <a:r>
              <a:rPr lang="en-US" sz="2400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Chua Khong Chun</a:t>
            </a:r>
          </a:p>
          <a:p>
            <a:r>
              <a:rPr lang="en-US" sz="2400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Ahana Sarkar</a:t>
            </a:r>
          </a:p>
          <a:p>
            <a:r>
              <a:rPr lang="en-US" sz="2400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Dinh Phuc Hung</a:t>
            </a:r>
          </a:p>
          <a:p>
            <a:r>
              <a:rPr lang="en-US" sz="2400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Wang </a:t>
            </a:r>
            <a:r>
              <a:rPr lang="en-US" sz="2400" dirty="0" err="1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Lejun</a:t>
            </a:r>
            <a:endParaRPr lang="en-US" sz="2400" dirty="0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28711" y="5505111"/>
            <a:ext cx="14080594" cy="0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766574" y="2313091"/>
            <a:ext cx="9809969" cy="842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4"/>
              </a:lnSpc>
            </a:pPr>
            <a:r>
              <a:rPr lang="en-US" sz="6600" b="1" dirty="0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The Problem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62200" y="3779201"/>
            <a:ext cx="12618719" cy="4370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rgbClr val="303870"/>
                </a:solidFill>
                <a:latin typeface="Nunito" pitchFamily="2" charset="0"/>
                <a:ea typeface="Nunito"/>
                <a:cs typeface="Times New Roman"/>
                <a:sym typeface="Nunito"/>
              </a:rPr>
              <a:t>Singapore's 2020 dengue outbreak saw over </a:t>
            </a:r>
            <a:r>
              <a:rPr lang="en-US" sz="3200" b="1" dirty="0">
                <a:solidFill>
                  <a:srgbClr val="303870"/>
                </a:solidFill>
                <a:latin typeface="Nunito" pitchFamily="2" charset="0"/>
                <a:ea typeface="Nunito"/>
                <a:cs typeface="Times New Roman"/>
                <a:sym typeface="Nunito"/>
              </a:rPr>
              <a:t>35,000 cases</a:t>
            </a:r>
            <a:r>
              <a:rPr lang="en-US" sz="3200" dirty="0">
                <a:solidFill>
                  <a:srgbClr val="303870"/>
                </a:solidFill>
                <a:latin typeface="Nunito" pitchFamily="2" charset="0"/>
                <a:ea typeface="Nunito"/>
                <a:cs typeface="Times New Roman"/>
                <a:sym typeface="Nunito"/>
              </a:rPr>
              <a:t>, yet the tools used to respond were </a:t>
            </a:r>
            <a:r>
              <a:rPr lang="en-US" sz="3200" b="1" dirty="0">
                <a:solidFill>
                  <a:srgbClr val="303870"/>
                </a:solidFill>
                <a:latin typeface="Nunito" pitchFamily="2" charset="0"/>
                <a:ea typeface="Nunito"/>
                <a:cs typeface="Times New Roman"/>
                <a:sym typeface="Nunito"/>
              </a:rPr>
              <a:t>largely reactive</a:t>
            </a:r>
            <a:r>
              <a:rPr lang="en-US" sz="3200" dirty="0">
                <a:solidFill>
                  <a:srgbClr val="303870"/>
                </a:solidFill>
                <a:latin typeface="Nunito" pitchFamily="2" charset="0"/>
                <a:ea typeface="Nunito"/>
                <a:cs typeface="Times New Roman"/>
                <a:sym typeface="Nunito"/>
              </a:rPr>
              <a:t>. ​</a:t>
            </a:r>
          </a:p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rgbClr val="303870"/>
                </a:solidFill>
                <a:latin typeface="Nunito" pitchFamily="2" charset="0"/>
                <a:ea typeface="Nunito"/>
                <a:cs typeface="Times New Roman"/>
                <a:sym typeface="Nunito"/>
              </a:rPr>
              <a:t>There is </a:t>
            </a:r>
            <a:r>
              <a:rPr lang="en-US" sz="3200" b="1" dirty="0">
                <a:solidFill>
                  <a:srgbClr val="303870"/>
                </a:solidFill>
                <a:latin typeface="Nunito" pitchFamily="2" charset="0"/>
                <a:ea typeface="Nunito"/>
                <a:cs typeface="Times New Roman"/>
                <a:sym typeface="Nunito"/>
              </a:rPr>
              <a:t>no system</a:t>
            </a:r>
            <a:r>
              <a:rPr lang="en-US" sz="3200" dirty="0">
                <a:solidFill>
                  <a:srgbClr val="303870"/>
                </a:solidFill>
                <a:latin typeface="Nunito" pitchFamily="2" charset="0"/>
                <a:ea typeface="Nunito"/>
                <a:cs typeface="Times New Roman"/>
                <a:sym typeface="Nunito"/>
              </a:rPr>
              <a:t> to predict which neighborhoods were at risk before clusters formed, leaving National Environment Agency (NEA) and Communicable Diseases Agency (CDA) </a:t>
            </a:r>
            <a:r>
              <a:rPr lang="en-US" sz="3200" b="1" dirty="0">
                <a:solidFill>
                  <a:srgbClr val="303870"/>
                </a:solidFill>
                <a:latin typeface="Nunito" pitchFamily="2" charset="0"/>
                <a:ea typeface="Nunito"/>
                <a:cs typeface="Times New Roman"/>
                <a:sym typeface="Nunito"/>
              </a:rPr>
              <a:t>struggling to catch up</a:t>
            </a:r>
            <a:r>
              <a:rPr lang="en-US" sz="3200" dirty="0">
                <a:solidFill>
                  <a:srgbClr val="303870"/>
                </a:solidFill>
                <a:latin typeface="Nunito" pitchFamily="2" charset="0"/>
                <a:ea typeface="Nunito"/>
                <a:cs typeface="Times New Roman"/>
                <a:sym typeface="Nunito"/>
              </a:rPr>
              <a:t> rather than getting ahead of the outbreak</a:t>
            </a:r>
            <a:endParaRPr lang="en-US" sz="3200" dirty="0">
              <a:solidFill>
                <a:srgbClr val="303870"/>
              </a:solidFill>
              <a:latin typeface="Nunito" pitchFamily="2" charset="0"/>
              <a:ea typeface="Nunito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12AF27-BFD0-D3AF-7563-AF61ED005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B1488671-9745-53F3-A303-61B7009C8DE5}"/>
              </a:ext>
            </a:extLst>
          </p:cNvPr>
          <p:cNvSpPr/>
          <p:nvPr/>
        </p:nvSpPr>
        <p:spPr>
          <a:xfrm>
            <a:off x="1693333" y="4050256"/>
            <a:ext cx="6337109" cy="5260302"/>
          </a:xfrm>
          <a:prstGeom prst="rect">
            <a:avLst/>
          </a:prstGeom>
          <a:solidFill>
            <a:srgbClr val="F4EDE2"/>
          </a:solidFill>
          <a:ln w="889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039B6F4-5453-0CDF-8AFE-77E2AAA524C4}"/>
              </a:ext>
            </a:extLst>
          </p:cNvPr>
          <p:cNvSpPr/>
          <p:nvPr/>
        </p:nvSpPr>
        <p:spPr>
          <a:xfrm>
            <a:off x="8477520" y="4050256"/>
            <a:ext cx="6337109" cy="5260302"/>
          </a:xfrm>
          <a:prstGeom prst="rect">
            <a:avLst/>
          </a:prstGeom>
          <a:solidFill>
            <a:srgbClr val="F4EDE2"/>
          </a:solidFill>
          <a:ln w="889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09F65D52-E88E-137F-0A9A-B8A50FC3BE5A}"/>
              </a:ext>
            </a:extLst>
          </p:cNvPr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3FEBA04-80A9-BF40-3482-0B304CEF95C0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391DA9A-04A4-FBF8-02BD-4AB2E3FA665B}"/>
                </a:ext>
              </a:extLst>
            </p:cNvPr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D37C82C-ABDC-2BD8-40C9-D8F8754A4881}"/>
              </a:ext>
            </a:extLst>
          </p:cNvPr>
          <p:cNvSpPr/>
          <p:nvPr/>
        </p:nvSpPr>
        <p:spPr>
          <a:xfrm>
            <a:off x="4197507" y="2805810"/>
            <a:ext cx="1262188" cy="1262188"/>
          </a:xfrm>
          <a:custGeom>
            <a:avLst/>
            <a:gdLst/>
            <a:ahLst/>
            <a:cxnLst/>
            <a:rect l="l" t="t" r="r" b="b"/>
            <a:pathLst>
              <a:path w="1262188" h="1262188">
                <a:moveTo>
                  <a:pt x="0" y="0"/>
                </a:moveTo>
                <a:lnTo>
                  <a:pt x="1262188" y="0"/>
                </a:lnTo>
                <a:lnTo>
                  <a:pt x="1262188" y="1262188"/>
                </a:lnTo>
                <a:lnTo>
                  <a:pt x="0" y="12621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A23E208-BCC3-7211-9624-776FA1CAA951}"/>
              </a:ext>
            </a:extLst>
          </p:cNvPr>
          <p:cNvSpPr/>
          <p:nvPr/>
        </p:nvSpPr>
        <p:spPr>
          <a:xfrm>
            <a:off x="11314656" y="2828670"/>
            <a:ext cx="1262188" cy="1262188"/>
          </a:xfrm>
          <a:custGeom>
            <a:avLst/>
            <a:gdLst/>
            <a:ahLst/>
            <a:cxnLst/>
            <a:rect l="l" t="t" r="r" b="b"/>
            <a:pathLst>
              <a:path w="1262188" h="1262188">
                <a:moveTo>
                  <a:pt x="0" y="0"/>
                </a:moveTo>
                <a:lnTo>
                  <a:pt x="1262188" y="0"/>
                </a:lnTo>
                <a:lnTo>
                  <a:pt x="1262188" y="1262188"/>
                </a:lnTo>
                <a:lnTo>
                  <a:pt x="0" y="12621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5F53DBC-CFEB-CC1F-72D8-CE37072F498E}"/>
              </a:ext>
            </a:extLst>
          </p:cNvPr>
          <p:cNvSpPr txBox="1"/>
          <p:nvPr/>
        </p:nvSpPr>
        <p:spPr>
          <a:xfrm>
            <a:off x="1028700" y="895350"/>
            <a:ext cx="13954558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84"/>
              </a:lnSpc>
            </a:pPr>
            <a:r>
              <a:rPr lang="en-US" sz="5600" b="1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Proposed Solution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FF73808-8EF6-9CA5-FC4E-76FC1B0843A1}"/>
              </a:ext>
            </a:extLst>
          </p:cNvPr>
          <p:cNvSpPr txBox="1"/>
          <p:nvPr/>
        </p:nvSpPr>
        <p:spPr>
          <a:xfrm>
            <a:off x="2558958" y="4255802"/>
            <a:ext cx="4688757" cy="592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303870"/>
                </a:solidFill>
                <a:latin typeface="Nunito" pitchFamily="2" charset="0"/>
                <a:ea typeface="Canva Sans"/>
                <a:cs typeface="Times New Roman" panose="02020603050405020304" pitchFamily="18" charset="0"/>
                <a:sym typeface="Canva Sans"/>
              </a:rPr>
              <a:t>NEA Operations Team 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5F111D2-7FC6-EDD4-3382-C4DE430CB812}"/>
              </a:ext>
            </a:extLst>
          </p:cNvPr>
          <p:cNvSpPr txBox="1"/>
          <p:nvPr/>
        </p:nvSpPr>
        <p:spPr>
          <a:xfrm>
            <a:off x="9800619" y="4342527"/>
            <a:ext cx="4353035" cy="592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303870"/>
                </a:solidFill>
                <a:latin typeface="Nunito" pitchFamily="2" charset="0"/>
                <a:ea typeface="Canva Sans"/>
                <a:cs typeface="Times New Roman" panose="02020603050405020304" pitchFamily="18" charset="0"/>
                <a:sym typeface="Canva Sans"/>
              </a:rPr>
              <a:t>CDA Officer at MOH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77FB1B-7BC3-4DD1-4379-B04E4629B423}"/>
              </a:ext>
            </a:extLst>
          </p:cNvPr>
          <p:cNvSpPr txBox="1"/>
          <p:nvPr/>
        </p:nvSpPr>
        <p:spPr>
          <a:xfrm>
            <a:off x="4038248" y="4908398"/>
            <a:ext cx="218896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dirty="0">
                <a:solidFill>
                  <a:schemeClr val="tx2"/>
                </a:solidFill>
                <a:latin typeface="Nunito" pitchFamily="2" charset="0"/>
                <a:ea typeface="Calibri"/>
                <a:cs typeface="Times New Roman" panose="02020603050405020304" pitchFamily="18" charset="0"/>
              </a:rPr>
              <a:t>Primary User</a:t>
            </a:r>
            <a:endParaRPr lang="en-GB" sz="2000" dirty="0">
              <a:solidFill>
                <a:schemeClr val="tx2"/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85F060-9B92-E266-95E7-5B163F012C73}"/>
              </a:ext>
            </a:extLst>
          </p:cNvPr>
          <p:cNvSpPr txBox="1"/>
          <p:nvPr/>
        </p:nvSpPr>
        <p:spPr>
          <a:xfrm>
            <a:off x="10747188" y="4975807"/>
            <a:ext cx="3406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Nunito" pitchFamily="2" charset="0"/>
                <a:ea typeface="Calibri"/>
                <a:cs typeface="Times New Roman" panose="02020603050405020304" pitchFamily="18" charset="0"/>
              </a:rPr>
              <a:t>Real Time New User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6150BE-F39D-9097-416F-887BE70F70DE}"/>
              </a:ext>
            </a:extLst>
          </p:cNvPr>
          <p:cNvSpPr txBox="1"/>
          <p:nvPr/>
        </p:nvSpPr>
        <p:spPr>
          <a:xfrm>
            <a:off x="2245781" y="6802593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Nunito" pitchFamily="2" charset="0"/>
                <a:cs typeface="Times New Roman" panose="02020603050405020304" pitchFamily="18" charset="0"/>
              </a:rPr>
              <a:t>When</a:t>
            </a:r>
            <a:r>
              <a:rPr lang="en-US">
                <a:latin typeface="Nunito" pitchFamily="2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467760-9818-840A-F2ED-A97E43EBE477}"/>
              </a:ext>
            </a:extLst>
          </p:cNvPr>
          <p:cNvSpPr txBox="1"/>
          <p:nvPr/>
        </p:nvSpPr>
        <p:spPr>
          <a:xfrm>
            <a:off x="2245781" y="7408308"/>
            <a:ext cx="1122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Nunito" pitchFamily="2" charset="0"/>
                <a:cs typeface="Times New Roman" panose="02020603050405020304" pitchFamily="18" charset="0"/>
              </a:rPr>
              <a:t>Receives</a:t>
            </a:r>
            <a:r>
              <a:rPr lang="en-US">
                <a:latin typeface="Nunito" pitchFamily="2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0BBE88-FDF3-2870-2B1C-1897BCFAFC28}"/>
              </a:ext>
            </a:extLst>
          </p:cNvPr>
          <p:cNvSpPr/>
          <p:nvPr/>
        </p:nvSpPr>
        <p:spPr>
          <a:xfrm>
            <a:off x="2250353" y="7397482"/>
            <a:ext cx="1122172" cy="35427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C19B8B-1DE1-A115-291D-0822D896120C}"/>
              </a:ext>
            </a:extLst>
          </p:cNvPr>
          <p:cNvSpPr/>
          <p:nvPr/>
        </p:nvSpPr>
        <p:spPr>
          <a:xfrm>
            <a:off x="2250353" y="6772823"/>
            <a:ext cx="1122172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767D6C-C366-FD08-C6B7-150510DFF9B2}"/>
              </a:ext>
            </a:extLst>
          </p:cNvPr>
          <p:cNvSpPr/>
          <p:nvPr/>
        </p:nvSpPr>
        <p:spPr>
          <a:xfrm>
            <a:off x="2256195" y="8198493"/>
            <a:ext cx="1122172" cy="35427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651046-7E10-38C8-102C-E3E517696D6A}"/>
              </a:ext>
            </a:extLst>
          </p:cNvPr>
          <p:cNvSpPr txBox="1"/>
          <p:nvPr/>
        </p:nvSpPr>
        <p:spPr>
          <a:xfrm>
            <a:off x="2245781" y="8204873"/>
            <a:ext cx="1045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Nunito" pitchFamily="2" charset="0"/>
                <a:cs typeface="Times New Roman" panose="02020603050405020304" pitchFamily="18" charset="0"/>
              </a:rPr>
              <a:t>Action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3413C7-F543-5955-1020-6C8837A41FC7}"/>
              </a:ext>
            </a:extLst>
          </p:cNvPr>
          <p:cNvSpPr/>
          <p:nvPr/>
        </p:nvSpPr>
        <p:spPr>
          <a:xfrm>
            <a:off x="3760336" y="7329965"/>
            <a:ext cx="3521663" cy="71715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278784-F7AD-E42F-12D4-AE6819141D58}"/>
              </a:ext>
            </a:extLst>
          </p:cNvPr>
          <p:cNvSpPr/>
          <p:nvPr/>
        </p:nvSpPr>
        <p:spPr>
          <a:xfrm>
            <a:off x="3743402" y="8198493"/>
            <a:ext cx="3521663" cy="71715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589B2E-6741-A849-FD59-3562E58C368D}"/>
              </a:ext>
            </a:extLst>
          </p:cNvPr>
          <p:cNvSpPr/>
          <p:nvPr/>
        </p:nvSpPr>
        <p:spPr>
          <a:xfrm>
            <a:off x="3743403" y="6630850"/>
            <a:ext cx="3521663" cy="48930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EBE361-565C-C0E9-CC29-C53585DDB8E0}"/>
              </a:ext>
            </a:extLst>
          </p:cNvPr>
          <p:cNvSpPr/>
          <p:nvPr/>
        </p:nvSpPr>
        <p:spPr>
          <a:xfrm>
            <a:off x="9420623" y="7449252"/>
            <a:ext cx="1122172" cy="35427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581935-22E1-6B06-A8F1-DA7A6A4A0E4F}"/>
              </a:ext>
            </a:extLst>
          </p:cNvPr>
          <p:cNvSpPr/>
          <p:nvPr/>
        </p:nvSpPr>
        <p:spPr>
          <a:xfrm>
            <a:off x="9420623" y="6824593"/>
            <a:ext cx="1122172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1A38C1-8E1D-5C2A-6538-ED20847F4C48}"/>
              </a:ext>
            </a:extLst>
          </p:cNvPr>
          <p:cNvSpPr txBox="1"/>
          <p:nvPr/>
        </p:nvSpPr>
        <p:spPr>
          <a:xfrm>
            <a:off x="9420623" y="8246234"/>
            <a:ext cx="1045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Nunito" pitchFamily="2" charset="0"/>
                <a:cs typeface="Times New Roman" panose="02020603050405020304" pitchFamily="18" charset="0"/>
              </a:rPr>
              <a:t>Action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5577E0F-AB12-13D3-D6F0-1430B7388E97}"/>
              </a:ext>
            </a:extLst>
          </p:cNvPr>
          <p:cNvSpPr/>
          <p:nvPr/>
        </p:nvSpPr>
        <p:spPr>
          <a:xfrm>
            <a:off x="10930606" y="7381735"/>
            <a:ext cx="3521663" cy="66538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6331E20-143A-BD66-5D52-47305ABE0C28}"/>
              </a:ext>
            </a:extLst>
          </p:cNvPr>
          <p:cNvSpPr/>
          <p:nvPr/>
        </p:nvSpPr>
        <p:spPr>
          <a:xfrm>
            <a:off x="10927234" y="8267555"/>
            <a:ext cx="3521663" cy="72396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D500099-F34E-9262-4709-94F51CDE2B88}"/>
              </a:ext>
            </a:extLst>
          </p:cNvPr>
          <p:cNvSpPr/>
          <p:nvPr/>
        </p:nvSpPr>
        <p:spPr>
          <a:xfrm>
            <a:off x="10913673" y="6682620"/>
            <a:ext cx="3521663" cy="48930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FCF2A76-6AEB-4855-995B-5ACBE1AD0738}"/>
              </a:ext>
            </a:extLst>
          </p:cNvPr>
          <p:cNvSpPr/>
          <p:nvPr/>
        </p:nvSpPr>
        <p:spPr>
          <a:xfrm>
            <a:off x="9420623" y="8247338"/>
            <a:ext cx="1122172" cy="35427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189739-8633-A440-1DAC-CE0486335256}"/>
              </a:ext>
            </a:extLst>
          </p:cNvPr>
          <p:cNvSpPr txBox="1"/>
          <p:nvPr/>
        </p:nvSpPr>
        <p:spPr>
          <a:xfrm>
            <a:off x="9399456" y="7449252"/>
            <a:ext cx="1122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Nunito" pitchFamily="2" charset="0"/>
                <a:cs typeface="Times New Roman" panose="02020603050405020304" pitchFamily="18" charset="0"/>
              </a:rPr>
              <a:t>Receives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4B3557-A04A-B1FF-4255-305B93110E59}"/>
              </a:ext>
            </a:extLst>
          </p:cNvPr>
          <p:cNvSpPr txBox="1"/>
          <p:nvPr/>
        </p:nvSpPr>
        <p:spPr>
          <a:xfrm>
            <a:off x="9399456" y="6837706"/>
            <a:ext cx="1045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Nunito" pitchFamily="2" charset="0"/>
                <a:cs typeface="Times New Roman" panose="02020603050405020304" pitchFamily="18" charset="0"/>
              </a:rPr>
              <a:t>When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84C49BE-80FD-D1B5-263A-AF910A73B5A8}"/>
              </a:ext>
            </a:extLst>
          </p:cNvPr>
          <p:cNvSpPr txBox="1"/>
          <p:nvPr/>
        </p:nvSpPr>
        <p:spPr>
          <a:xfrm>
            <a:off x="3834297" y="6719637"/>
            <a:ext cx="3447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Nunito" pitchFamily="2" charset="0"/>
                <a:cs typeface="Times New Roman" panose="02020603050405020304" pitchFamily="18" charset="0"/>
              </a:rPr>
              <a:t>Weekly – Every Monday Morning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463F8E-1877-DD17-EF77-556738D778F7}"/>
              </a:ext>
            </a:extLst>
          </p:cNvPr>
          <p:cNvSpPr txBox="1"/>
          <p:nvPr/>
        </p:nvSpPr>
        <p:spPr>
          <a:xfrm>
            <a:off x="3834297" y="7414439"/>
            <a:ext cx="3413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Nunito" pitchFamily="2" charset="0"/>
                <a:cs typeface="Times New Roman" panose="02020603050405020304" pitchFamily="18" charset="0"/>
              </a:rPr>
              <a:t>Model-predicted risk score per subzone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CF1145-19C5-2510-E438-205AA5A954B1}"/>
              </a:ext>
            </a:extLst>
          </p:cNvPr>
          <p:cNvSpPr txBox="1"/>
          <p:nvPr/>
        </p:nvSpPr>
        <p:spPr>
          <a:xfrm>
            <a:off x="3830016" y="8260834"/>
            <a:ext cx="3431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Nunito" pitchFamily="2" charset="0"/>
                <a:cs typeface="Times New Roman" panose="02020603050405020304" pitchFamily="18" charset="0"/>
              </a:rPr>
              <a:t>Pre-deploy fogging teams to </a:t>
            </a:r>
          </a:p>
          <a:p>
            <a:r>
              <a:rPr lang="en-US" sz="1600">
                <a:latin typeface="Nunito" pitchFamily="2" charset="0"/>
                <a:cs typeface="Times New Roman" panose="02020603050405020304" pitchFamily="18" charset="0"/>
              </a:rPr>
              <a:t>High-risk zones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D6243A-08D5-F418-D6AC-B0D780C5B20D}"/>
              </a:ext>
            </a:extLst>
          </p:cNvPr>
          <p:cNvSpPr txBox="1"/>
          <p:nvPr/>
        </p:nvSpPr>
        <p:spPr>
          <a:xfrm>
            <a:off x="10974663" y="6752091"/>
            <a:ext cx="3426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Nunito" pitchFamily="2" charset="0"/>
                <a:cs typeface="Times New Roman" panose="02020603050405020304" pitchFamily="18" charset="0"/>
              </a:rPr>
              <a:t>Event Driven – Per confirmed case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21F977-32C1-AB92-652B-FD5F5D98D57B}"/>
              </a:ext>
            </a:extLst>
          </p:cNvPr>
          <p:cNvSpPr txBox="1"/>
          <p:nvPr/>
        </p:nvSpPr>
        <p:spPr>
          <a:xfrm>
            <a:off x="10943306" y="7400787"/>
            <a:ext cx="34268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Nunito" pitchFamily="2" charset="0"/>
                <a:cs typeface="Times New Roman" panose="02020603050405020304" pitchFamily="18" charset="0"/>
              </a:rPr>
              <a:t>ML vulnerability score and 200m radius features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BA35339-295A-2420-876B-593A6495AE37}"/>
              </a:ext>
            </a:extLst>
          </p:cNvPr>
          <p:cNvSpPr txBox="1"/>
          <p:nvPr/>
        </p:nvSpPr>
        <p:spPr>
          <a:xfrm>
            <a:off x="10913673" y="8321986"/>
            <a:ext cx="34268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Nunito" pitchFamily="2" charset="0"/>
                <a:cs typeface="Times New Roman" panose="02020603050405020304" pitchFamily="18" charset="0"/>
              </a:rPr>
              <a:t>Triage: Home Visit, Advisory, Testing van dispatch 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75CC2553-14E6-1C94-3D84-6FC932C345C7}"/>
              </a:ext>
            </a:extLst>
          </p:cNvPr>
          <p:cNvSpPr txBox="1"/>
          <p:nvPr/>
        </p:nvSpPr>
        <p:spPr>
          <a:xfrm>
            <a:off x="2396137" y="5643504"/>
            <a:ext cx="5014398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400" b="1">
                <a:solidFill>
                  <a:srgbClr val="303870"/>
                </a:solidFill>
                <a:latin typeface="Nunito" pitchFamily="2" charset="0"/>
                <a:ea typeface="Canva Sans"/>
                <a:cs typeface="Times New Roman" panose="02020603050405020304" pitchFamily="18" charset="0"/>
                <a:sym typeface="Canva Sans"/>
              </a:rPr>
              <a:t>Where should fogging be deployed next week ?</a:t>
            </a: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5C913D1E-213E-15BA-0327-246281E5ACBC}"/>
              </a:ext>
            </a:extLst>
          </p:cNvPr>
          <p:cNvSpPr txBox="1"/>
          <p:nvPr/>
        </p:nvSpPr>
        <p:spPr>
          <a:xfrm>
            <a:off x="9469936" y="5643504"/>
            <a:ext cx="5014398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400" b="1">
                <a:solidFill>
                  <a:srgbClr val="303870"/>
                </a:solidFill>
                <a:latin typeface="Nunito" pitchFamily="2" charset="0"/>
                <a:ea typeface="Canva Sans"/>
                <a:cs typeface="Times New Roman" panose="02020603050405020304" pitchFamily="18" charset="0"/>
                <a:sym typeface="Canva Sans"/>
              </a:rPr>
              <a:t>Who needs same day outreach right now 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B2073A-5DBE-303C-8F0E-E3A66002972D}"/>
              </a:ext>
            </a:extLst>
          </p:cNvPr>
          <p:cNvSpPr txBox="1"/>
          <p:nvPr/>
        </p:nvSpPr>
        <p:spPr>
          <a:xfrm>
            <a:off x="970183" y="1600146"/>
            <a:ext cx="15280833" cy="59247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ts val="4399"/>
              </a:lnSpc>
            </a:pPr>
            <a:r>
              <a:rPr lang="en-US" sz="2000" i="1" dirty="0">
                <a:solidFill>
                  <a:srgbClr val="303870"/>
                </a:solidFill>
                <a:latin typeface="Nunito" pitchFamily="2" charset="0"/>
                <a:ea typeface="Nunito"/>
                <a:cs typeface="Times New Roman"/>
                <a:sym typeface="Nunito"/>
              </a:rPr>
              <a:t>Dengue Control is a </a:t>
            </a:r>
            <a:r>
              <a:rPr lang="en-US" sz="2000" b="1" i="1" dirty="0">
                <a:solidFill>
                  <a:schemeClr val="accent1"/>
                </a:solidFill>
                <a:latin typeface="Nunito" pitchFamily="2" charset="0"/>
                <a:ea typeface="Nunito"/>
                <a:cs typeface="Times New Roman"/>
                <a:sym typeface="Nunito"/>
              </a:rPr>
              <a:t>Two Speed Problem</a:t>
            </a:r>
            <a:r>
              <a:rPr lang="en-US" sz="2000" i="1" dirty="0">
                <a:solidFill>
                  <a:srgbClr val="303870"/>
                </a:solidFill>
                <a:latin typeface="Nunito" pitchFamily="2" charset="0"/>
                <a:ea typeface="Nunito"/>
                <a:cs typeface="Times New Roman"/>
                <a:sym typeface="Nunito"/>
              </a:rPr>
              <a:t> | </a:t>
            </a:r>
            <a:r>
              <a:rPr lang="en-US" sz="2000" b="1" i="1" dirty="0">
                <a:solidFill>
                  <a:schemeClr val="accent1"/>
                </a:solidFill>
                <a:latin typeface="Nunito" pitchFamily="2" charset="0"/>
                <a:cs typeface="Times New Roman"/>
                <a:sym typeface="Nunito"/>
              </a:rPr>
              <a:t>Tow Cost Functions</a:t>
            </a:r>
            <a:r>
              <a:rPr lang="en-US" sz="2000" i="1" dirty="0">
                <a:solidFill>
                  <a:srgbClr val="303870"/>
                </a:solidFill>
                <a:latin typeface="Nunito" pitchFamily="2" charset="0"/>
                <a:ea typeface="Nunito"/>
                <a:cs typeface="Times New Roman"/>
                <a:sym typeface="Nunito"/>
              </a:rPr>
              <a:t> | </a:t>
            </a:r>
            <a:r>
              <a:rPr lang="en-US" sz="2000" b="1" i="1" dirty="0">
                <a:solidFill>
                  <a:schemeClr val="accent1"/>
                </a:solidFill>
                <a:latin typeface="Nunito" pitchFamily="2" charset="0"/>
                <a:cs typeface="Times New Roman"/>
                <a:sym typeface="Nunito"/>
              </a:rPr>
              <a:t>Two Cadences</a:t>
            </a:r>
            <a:r>
              <a:rPr lang="en-US" sz="2000" i="1" dirty="0">
                <a:solidFill>
                  <a:srgbClr val="303870"/>
                </a:solidFill>
                <a:latin typeface="Nunito" pitchFamily="2" charset="0"/>
                <a:ea typeface="Nunito"/>
                <a:cs typeface="Times New Roman"/>
                <a:sym typeface="Nunito"/>
              </a:rPr>
              <a:t> | One underlying Model Serving Both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44E4FE-9EB3-CD41-C578-8477664B19AB}"/>
              </a:ext>
            </a:extLst>
          </p:cNvPr>
          <p:cNvSpPr txBox="1"/>
          <p:nvPr/>
        </p:nvSpPr>
        <p:spPr>
          <a:xfrm>
            <a:off x="8523867" y="3627484"/>
            <a:ext cx="2459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tx2"/>
                </a:solidFill>
                <a:latin typeface="Nunito" pitchFamily="2" charset="0"/>
                <a:ea typeface="Calibri"/>
                <a:cs typeface="Times New Roman" panose="02020603050405020304" pitchFamily="18" charset="0"/>
              </a:rPr>
              <a:t>Tactical Loop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A7515CB-1C17-9B94-6A33-EE36CB37E8F4}"/>
              </a:ext>
            </a:extLst>
          </p:cNvPr>
          <p:cNvSpPr txBox="1"/>
          <p:nvPr/>
        </p:nvSpPr>
        <p:spPr>
          <a:xfrm>
            <a:off x="1596993" y="3627484"/>
            <a:ext cx="2459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Nunito" pitchFamily="2" charset="0"/>
                <a:ea typeface="Calibri"/>
                <a:cs typeface="Times New Roman" panose="02020603050405020304" pitchFamily="18" charset="0"/>
              </a:rPr>
              <a:t>Strategic Loop</a:t>
            </a:r>
          </a:p>
        </p:txBody>
      </p:sp>
    </p:spTree>
    <p:extLst>
      <p:ext uri="{BB962C8B-B14F-4D97-AF65-F5344CB8AC3E}">
        <p14:creationId xmlns:p14="http://schemas.microsoft.com/office/powerpoint/2010/main" val="1708219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74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0" name="TextBox 8">
            <a:extLst>
              <a:ext uri="{FF2B5EF4-FFF2-40B4-BE49-F238E27FC236}">
                <a16:creationId xmlns:a16="http://schemas.microsoft.com/office/drawing/2014/main" id="{0651FF1A-8850-DDD2-5ACC-7FDCD693E4C4}"/>
              </a:ext>
            </a:extLst>
          </p:cNvPr>
          <p:cNvSpPr txBox="1"/>
          <p:nvPr/>
        </p:nvSpPr>
        <p:spPr>
          <a:xfrm>
            <a:off x="1066800" y="975932"/>
            <a:ext cx="13954558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84"/>
              </a:lnSpc>
            </a:pPr>
            <a:r>
              <a:rPr lang="en-US" sz="5600" b="1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The Dataset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D5D442D-CF8B-5FAB-5ACC-1EFB5C68F897}"/>
              </a:ext>
            </a:extLst>
          </p:cNvPr>
          <p:cNvSpPr/>
          <p:nvPr/>
        </p:nvSpPr>
        <p:spPr>
          <a:xfrm>
            <a:off x="1168590" y="2109717"/>
            <a:ext cx="7086600" cy="3657600"/>
          </a:xfrm>
          <a:prstGeom prst="rect">
            <a:avLst/>
          </a:prstGeom>
          <a:solidFill>
            <a:srgbClr val="F4ED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F4B8DF6-E6EE-CBAE-B7B9-5036CA04E7F4}"/>
              </a:ext>
            </a:extLst>
          </p:cNvPr>
          <p:cNvSpPr/>
          <p:nvPr/>
        </p:nvSpPr>
        <p:spPr>
          <a:xfrm>
            <a:off x="8554453" y="2090382"/>
            <a:ext cx="7086600" cy="3657600"/>
          </a:xfrm>
          <a:prstGeom prst="rect">
            <a:avLst/>
          </a:prstGeom>
          <a:solidFill>
            <a:srgbClr val="F4ED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DACF60E-165B-FA5D-C710-7699E165386C}"/>
              </a:ext>
            </a:extLst>
          </p:cNvPr>
          <p:cNvSpPr/>
          <p:nvPr/>
        </p:nvSpPr>
        <p:spPr>
          <a:xfrm>
            <a:off x="8534400" y="6060460"/>
            <a:ext cx="7086600" cy="3657600"/>
          </a:xfrm>
          <a:prstGeom prst="rect">
            <a:avLst/>
          </a:prstGeom>
          <a:solidFill>
            <a:srgbClr val="F4ED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94103E8-F37E-DC8F-0F23-DA99B187403E}"/>
              </a:ext>
            </a:extLst>
          </p:cNvPr>
          <p:cNvSpPr/>
          <p:nvPr/>
        </p:nvSpPr>
        <p:spPr>
          <a:xfrm>
            <a:off x="1169334" y="6047697"/>
            <a:ext cx="7086600" cy="3657600"/>
          </a:xfrm>
          <a:prstGeom prst="rect">
            <a:avLst/>
          </a:prstGeom>
          <a:solidFill>
            <a:srgbClr val="F4ED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047857D-15A8-42E4-D98A-9E8B356FC744}"/>
              </a:ext>
            </a:extLst>
          </p:cNvPr>
          <p:cNvSpPr/>
          <p:nvPr/>
        </p:nvSpPr>
        <p:spPr>
          <a:xfrm>
            <a:off x="1155890" y="2090382"/>
            <a:ext cx="7086600" cy="53851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4EA97E3-6AF6-AE2E-5E19-08D5C5656A34}"/>
              </a:ext>
            </a:extLst>
          </p:cNvPr>
          <p:cNvSpPr/>
          <p:nvPr/>
        </p:nvSpPr>
        <p:spPr>
          <a:xfrm>
            <a:off x="1169334" y="6060460"/>
            <a:ext cx="7086600" cy="53851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EBCAC49-07CE-DD98-D3E2-4A8792FA8303}"/>
              </a:ext>
            </a:extLst>
          </p:cNvPr>
          <p:cNvSpPr/>
          <p:nvPr/>
        </p:nvSpPr>
        <p:spPr>
          <a:xfrm>
            <a:off x="8540087" y="2090382"/>
            <a:ext cx="7086600" cy="53851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D488933-5A58-0836-D59D-8AAD8B77A343}"/>
              </a:ext>
            </a:extLst>
          </p:cNvPr>
          <p:cNvSpPr/>
          <p:nvPr/>
        </p:nvSpPr>
        <p:spPr>
          <a:xfrm>
            <a:off x="8534400" y="6051930"/>
            <a:ext cx="7086600" cy="53851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337DB7A-04F1-3A0F-8E40-84BC4D63E1AD}"/>
              </a:ext>
            </a:extLst>
          </p:cNvPr>
          <p:cNvSpPr txBox="1"/>
          <p:nvPr/>
        </p:nvSpPr>
        <p:spPr>
          <a:xfrm>
            <a:off x="1168589" y="2109148"/>
            <a:ext cx="26670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chemeClr val="bg1"/>
                </a:solidFill>
                <a:latin typeface="Nunito" pitchFamily="2" charset="0"/>
                <a:cs typeface="Times New Roman" panose="02020603050405020304" pitchFamily="18" charset="0"/>
              </a:rPr>
              <a:t>ANCHOR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6C0C4F8-D2BC-52F1-8769-C9AED7C1DEBB}"/>
              </a:ext>
            </a:extLst>
          </p:cNvPr>
          <p:cNvSpPr txBox="1"/>
          <p:nvPr/>
        </p:nvSpPr>
        <p:spPr>
          <a:xfrm>
            <a:off x="8540086" y="2109148"/>
            <a:ext cx="365191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>
                <a:solidFill>
                  <a:schemeClr val="bg1"/>
                </a:solidFill>
                <a:latin typeface="Nunito" pitchFamily="2" charset="0"/>
                <a:cs typeface="Times New Roman" panose="02020603050405020304" pitchFamily="18" charset="0"/>
              </a:rPr>
              <a:t>AUXILIARY | Weather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2FBB54B-C636-5D87-C428-8C1C0418C52C}"/>
              </a:ext>
            </a:extLst>
          </p:cNvPr>
          <p:cNvSpPr txBox="1"/>
          <p:nvPr/>
        </p:nvSpPr>
        <p:spPr>
          <a:xfrm>
            <a:off x="8604913" y="6091192"/>
            <a:ext cx="26670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>
                <a:solidFill>
                  <a:schemeClr val="bg1"/>
                </a:solidFill>
                <a:latin typeface="Nunito" pitchFamily="2" charset="0"/>
                <a:cs typeface="Times New Roman" panose="02020603050405020304" pitchFamily="18" charset="0"/>
              </a:rPr>
              <a:t>LABEL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E107BE0-FFC2-9E01-6FE0-48E0D53D3C97}"/>
              </a:ext>
            </a:extLst>
          </p:cNvPr>
          <p:cNvSpPr txBox="1"/>
          <p:nvPr/>
        </p:nvSpPr>
        <p:spPr>
          <a:xfrm>
            <a:off x="1181100" y="6091827"/>
            <a:ext cx="70104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>
                <a:solidFill>
                  <a:schemeClr val="bg1"/>
                </a:solidFill>
                <a:latin typeface="Nunito" pitchFamily="2" charset="0"/>
                <a:cs typeface="Times New Roman" panose="02020603050405020304" pitchFamily="18" charset="0"/>
              </a:rPr>
              <a:t>AUXILIARY | Demographics &amp; Geometry 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32FB0C0-A2E5-BB05-C4D9-B9D6705B2256}"/>
              </a:ext>
            </a:extLst>
          </p:cNvPr>
          <p:cNvSpPr txBox="1"/>
          <p:nvPr/>
        </p:nvSpPr>
        <p:spPr>
          <a:xfrm>
            <a:off x="1371600" y="3588276"/>
            <a:ext cx="6781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dirty="0">
                <a:latin typeface="Nunito" pitchFamily="2" charset="0"/>
                <a:cs typeface="Times New Roman" panose="02020603050405020304" pitchFamily="18" charset="0"/>
              </a:rPr>
              <a:t>• Lat/long cluster boundaries and case counts​</a:t>
            </a:r>
          </a:p>
          <a:p>
            <a:pPr fontAlgn="base"/>
            <a:endParaRPr lang="en-US" dirty="0">
              <a:latin typeface="Nunito" pitchFamily="2" charset="0"/>
              <a:cs typeface="Times New Roman" panose="02020603050405020304" pitchFamily="18" charset="0"/>
            </a:endParaRPr>
          </a:p>
          <a:p>
            <a:pPr fontAlgn="base"/>
            <a:r>
              <a:rPr lang="en-US" dirty="0">
                <a:latin typeface="Nunito" pitchFamily="2" charset="0"/>
                <a:cs typeface="Times New Roman" panose="02020603050405020304" pitchFamily="18" charset="0"/>
              </a:rPr>
              <a:t>• 7 years of real spatial cluster data​</a:t>
            </a:r>
          </a:p>
          <a:p>
            <a:pPr fontAlgn="base"/>
            <a:endParaRPr lang="en-US" dirty="0">
              <a:latin typeface="Nunito" pitchFamily="2" charset="0"/>
              <a:cs typeface="Times New Roman" panose="02020603050405020304" pitchFamily="18" charset="0"/>
            </a:endParaRPr>
          </a:p>
          <a:p>
            <a:pPr fontAlgn="base"/>
            <a:r>
              <a:rPr lang="en-US" dirty="0">
                <a:latin typeface="Nunito" pitchFamily="2" charset="0"/>
                <a:cs typeface="Times New Roman" panose="02020603050405020304" pitchFamily="18" charset="0"/>
              </a:rPr>
              <a:t>• Covers 2020 record outbreak (35k+ cases) - concept drift event</a:t>
            </a:r>
          </a:p>
          <a:p>
            <a:endParaRPr lang="en-US" dirty="0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71" name="TextBox 8">
            <a:extLst>
              <a:ext uri="{FF2B5EF4-FFF2-40B4-BE49-F238E27FC236}">
                <a16:creationId xmlns:a16="http://schemas.microsoft.com/office/drawing/2014/main" id="{FE85003D-9573-1F43-5CD2-E54FA8964613}"/>
              </a:ext>
            </a:extLst>
          </p:cNvPr>
          <p:cNvSpPr txBox="1"/>
          <p:nvPr/>
        </p:nvSpPr>
        <p:spPr>
          <a:xfrm>
            <a:off x="1545149" y="3188809"/>
            <a:ext cx="6222946" cy="2431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0" i="1" dirty="0">
                <a:latin typeface="Nunito" pitchFamily="2" charset="0"/>
              </a:rPr>
              <a:t>May 2013 → Nov 2020  </a:t>
            </a:r>
            <a:r>
              <a:rPr lang="en-US" sz="1100" i="1" dirty="0">
                <a:latin typeface="Nunito" pitchFamily="2" charset="0"/>
              </a:rPr>
              <a:t>|</a:t>
            </a:r>
            <a:r>
              <a:rPr sz="1100" b="0" i="1" dirty="0">
                <a:latin typeface="Nunito" pitchFamily="2" charset="0"/>
              </a:rPr>
              <a:t> 250+ bi-weekly snapshots  </a:t>
            </a:r>
            <a:r>
              <a:rPr lang="en-US" sz="1100" b="0" i="1" dirty="0">
                <a:latin typeface="Nunito" pitchFamily="2" charset="0"/>
              </a:rPr>
              <a:t>|</a:t>
            </a:r>
            <a:r>
              <a:rPr sz="1100" b="0" i="1" dirty="0">
                <a:latin typeface="Nunito" pitchFamily="2" charset="0"/>
              </a:rPr>
              <a:t>  Community CSV</a:t>
            </a:r>
          </a:p>
        </p:txBody>
      </p:sp>
      <p:sp>
        <p:nvSpPr>
          <p:cNvPr id="72" name="TextBox 7">
            <a:extLst>
              <a:ext uri="{FF2B5EF4-FFF2-40B4-BE49-F238E27FC236}">
                <a16:creationId xmlns:a16="http://schemas.microsoft.com/office/drawing/2014/main" id="{C1A01C01-C8F9-53B3-E9AB-3A2C21FCD02E}"/>
              </a:ext>
            </a:extLst>
          </p:cNvPr>
          <p:cNvSpPr txBox="1"/>
          <p:nvPr/>
        </p:nvSpPr>
        <p:spPr>
          <a:xfrm>
            <a:off x="2646947" y="2807166"/>
            <a:ext cx="5054466" cy="381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 i="0" dirty="0" err="1">
                <a:solidFill>
                  <a:srgbClr val="1B4332"/>
                </a:solidFill>
                <a:latin typeface="Nunito" pitchFamily="2" charset="0"/>
                <a:cs typeface="Times New Roman" panose="02020603050405020304" pitchFamily="18" charset="0"/>
              </a:rPr>
              <a:t>SGCharts</a:t>
            </a:r>
            <a:r>
              <a:rPr sz="2000" b="1" i="0" dirty="0">
                <a:solidFill>
                  <a:srgbClr val="1B4332"/>
                </a:solidFill>
                <a:latin typeface="Nunito" pitchFamily="2" charset="0"/>
              </a:rPr>
              <a:t> Dengue Cluster Snapshots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2890F16-1E73-8A57-99A3-EA6B9EC784E8}"/>
              </a:ext>
            </a:extLst>
          </p:cNvPr>
          <p:cNvSpPr txBox="1"/>
          <p:nvPr/>
        </p:nvSpPr>
        <p:spPr>
          <a:xfrm>
            <a:off x="8664008" y="3587667"/>
            <a:ext cx="6781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fontAlgn="base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>
                <a:latin typeface="Nunito" pitchFamily="2" charset="0"/>
              </a:rPr>
              <a:t>• Rainfall, temperature, relative humidity per station</a:t>
            </a:r>
          </a:p>
          <a:p>
            <a:r>
              <a:rPr lang="en-US" dirty="0">
                <a:latin typeface="Nunito" pitchFamily="2" charset="0"/>
              </a:rPr>
              <a:t>​</a:t>
            </a:r>
          </a:p>
          <a:p>
            <a:r>
              <a:rPr lang="en-US" dirty="0">
                <a:latin typeface="Nunito" pitchFamily="2" charset="0"/>
              </a:rPr>
              <a:t>• Replaces NEA </a:t>
            </a:r>
            <a:r>
              <a:rPr lang="en-US" dirty="0" err="1">
                <a:latin typeface="Nunito" pitchFamily="2" charset="0"/>
              </a:rPr>
              <a:t>realtime</a:t>
            </a:r>
            <a:r>
              <a:rPr lang="en-US" dirty="0">
                <a:latin typeface="Nunito" pitchFamily="2" charset="0"/>
              </a:rPr>
              <a:t> API; extends usable training window</a:t>
            </a:r>
          </a:p>
          <a:p>
            <a:r>
              <a:rPr lang="en-US" dirty="0">
                <a:latin typeface="Nunito" pitchFamily="2" charset="0"/>
              </a:rPr>
              <a:t>​</a:t>
            </a:r>
          </a:p>
          <a:p>
            <a:r>
              <a:rPr lang="en-US" dirty="0">
                <a:latin typeface="Nunito" pitchFamily="2" charset="0"/>
              </a:rPr>
              <a:t>• Drives lag features: 1w / 2w / 4w rainfall, 4w temp mean</a:t>
            </a:r>
          </a:p>
          <a:p>
            <a:endParaRPr lang="en-US" dirty="0">
              <a:latin typeface="Nunito" pitchFamily="2" charset="0"/>
            </a:endParaRPr>
          </a:p>
        </p:txBody>
      </p:sp>
      <p:sp>
        <p:nvSpPr>
          <p:cNvPr id="74" name="TextBox 8">
            <a:extLst>
              <a:ext uri="{FF2B5EF4-FFF2-40B4-BE49-F238E27FC236}">
                <a16:creationId xmlns:a16="http://schemas.microsoft.com/office/drawing/2014/main" id="{DBE74BB5-1ABD-4A8A-7F04-1D3853FBF07F}"/>
              </a:ext>
            </a:extLst>
          </p:cNvPr>
          <p:cNvSpPr txBox="1"/>
          <p:nvPr/>
        </p:nvSpPr>
        <p:spPr>
          <a:xfrm>
            <a:off x="8837557" y="3188200"/>
            <a:ext cx="6222946" cy="2431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0" i="1">
                <a:latin typeface="Nunito" pitchFamily="2" charset="0"/>
              </a:rPr>
              <a:t>M</a:t>
            </a:r>
            <a:r>
              <a:rPr lang="en-US" sz="1100" b="0" i="1">
                <a:latin typeface="Nunito" pitchFamily="2" charset="0"/>
              </a:rPr>
              <a:t>et Service Singapore</a:t>
            </a:r>
            <a:r>
              <a:rPr lang="en-US" sz="1100" i="1">
                <a:latin typeface="Nunito" pitchFamily="2" charset="0"/>
              </a:rPr>
              <a:t>|</a:t>
            </a:r>
            <a:r>
              <a:rPr sz="1100" b="0" i="1">
                <a:latin typeface="Nunito" pitchFamily="2" charset="0"/>
              </a:rPr>
              <a:t> </a:t>
            </a:r>
            <a:r>
              <a:rPr lang="en-US" sz="1100" b="0" i="1">
                <a:latin typeface="Nunito" pitchFamily="2" charset="0"/>
              </a:rPr>
              <a:t>Station-level Daily</a:t>
            </a:r>
            <a:r>
              <a:rPr sz="1100" b="0" i="1">
                <a:latin typeface="Nunito" pitchFamily="2" charset="0"/>
              </a:rPr>
              <a:t>  </a:t>
            </a:r>
            <a:r>
              <a:rPr lang="en-US" sz="1100" b="0" i="1">
                <a:latin typeface="Nunito" pitchFamily="2" charset="0"/>
              </a:rPr>
              <a:t>|</a:t>
            </a:r>
            <a:r>
              <a:rPr sz="1100" b="0" i="1">
                <a:latin typeface="Nunito" pitchFamily="2" charset="0"/>
              </a:rPr>
              <a:t>  </a:t>
            </a:r>
            <a:r>
              <a:rPr lang="en-US" sz="1100" i="1">
                <a:latin typeface="Nunito" pitchFamily="2" charset="0"/>
              </a:rPr>
              <a:t>2013 - Present</a:t>
            </a:r>
            <a:endParaRPr sz="1100" b="0" i="1">
              <a:latin typeface="Nunito" pitchFamily="2" charset="0"/>
            </a:endParaRPr>
          </a:p>
        </p:txBody>
      </p:sp>
      <p:sp>
        <p:nvSpPr>
          <p:cNvPr id="75" name="TextBox 7">
            <a:extLst>
              <a:ext uri="{FF2B5EF4-FFF2-40B4-BE49-F238E27FC236}">
                <a16:creationId xmlns:a16="http://schemas.microsoft.com/office/drawing/2014/main" id="{D467A1CB-AA86-09E6-79B7-99B6ADDAB7BB}"/>
              </a:ext>
            </a:extLst>
          </p:cNvPr>
          <p:cNvSpPr txBox="1"/>
          <p:nvPr/>
        </p:nvSpPr>
        <p:spPr>
          <a:xfrm>
            <a:off x="9939355" y="2806557"/>
            <a:ext cx="5054466" cy="381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>
                <a:solidFill>
                  <a:srgbClr val="1B4332"/>
                </a:solidFill>
                <a:latin typeface="Nunito" pitchFamily="2" charset="0"/>
                <a:cs typeface="Times New Roman" panose="02020603050405020304" pitchFamily="18" charset="0"/>
              </a:rPr>
              <a:t>MSS Weather Station Records</a:t>
            </a:r>
            <a:endParaRPr sz="2000" b="1" i="0">
              <a:solidFill>
                <a:srgbClr val="1B4332"/>
              </a:solidFill>
              <a:latin typeface="Nunito" pitchFamily="2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78E395C-2DF5-3E0A-D7FB-C27AEA1D1D07}"/>
              </a:ext>
            </a:extLst>
          </p:cNvPr>
          <p:cNvSpPr txBox="1"/>
          <p:nvPr/>
        </p:nvSpPr>
        <p:spPr>
          <a:xfrm>
            <a:off x="8691545" y="7753822"/>
            <a:ext cx="6781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fontAlgn="base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>
                <a:latin typeface="Nunito" pitchFamily="2" charset="0"/>
              </a:rPr>
              <a:t>• URA subzones intersected with </a:t>
            </a:r>
            <a:r>
              <a:rPr lang="en-US" dirty="0" err="1">
                <a:latin typeface="Nunito" pitchFamily="2" charset="0"/>
              </a:rPr>
              <a:t>SGCharts</a:t>
            </a:r>
            <a:r>
              <a:rPr lang="en-US" dirty="0">
                <a:latin typeface="Nunito" pitchFamily="2" charset="0"/>
              </a:rPr>
              <a:t> cluster polygons</a:t>
            </a:r>
          </a:p>
          <a:p>
            <a:r>
              <a:rPr lang="en-US" dirty="0">
                <a:latin typeface="Nunito" pitchFamily="2" charset="0"/>
              </a:rPr>
              <a:t>​</a:t>
            </a:r>
          </a:p>
          <a:p>
            <a:r>
              <a:rPr lang="en-US" dirty="0">
                <a:latin typeface="Nunito" pitchFamily="2" charset="0"/>
              </a:rPr>
              <a:t>• Label = 1 if active cluster in subzone in next 14 days​</a:t>
            </a:r>
          </a:p>
          <a:p>
            <a:endParaRPr lang="en-US" dirty="0">
              <a:latin typeface="Nunito" pitchFamily="2" charset="0"/>
            </a:endParaRPr>
          </a:p>
          <a:p>
            <a:r>
              <a:rPr lang="en-US" dirty="0">
                <a:latin typeface="Nunito" pitchFamily="2" charset="0"/>
              </a:rPr>
              <a:t>• No synthetic data; every label traces to real cluster</a:t>
            </a:r>
          </a:p>
          <a:p>
            <a:endParaRPr lang="en-US" dirty="0">
              <a:latin typeface="Nunito" pitchFamily="2" charset="0"/>
            </a:endParaRPr>
          </a:p>
        </p:txBody>
      </p:sp>
      <p:sp>
        <p:nvSpPr>
          <p:cNvPr id="77" name="TextBox 8">
            <a:extLst>
              <a:ext uri="{FF2B5EF4-FFF2-40B4-BE49-F238E27FC236}">
                <a16:creationId xmlns:a16="http://schemas.microsoft.com/office/drawing/2014/main" id="{EB7B00EB-A917-5335-F607-EF299924E649}"/>
              </a:ext>
            </a:extLst>
          </p:cNvPr>
          <p:cNvSpPr txBox="1"/>
          <p:nvPr/>
        </p:nvSpPr>
        <p:spPr>
          <a:xfrm>
            <a:off x="9526203" y="7354355"/>
            <a:ext cx="4319404" cy="2431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i="1">
                <a:latin typeface="Nunito" pitchFamily="2" charset="0"/>
              </a:rPr>
              <a:t>Derived from Anchor | Fully Transparent Process</a:t>
            </a:r>
            <a:endParaRPr sz="1100" b="0" i="1">
              <a:latin typeface="Nunito" pitchFamily="2" charset="0"/>
            </a:endParaRPr>
          </a:p>
        </p:txBody>
      </p:sp>
      <p:sp>
        <p:nvSpPr>
          <p:cNvPr id="78" name="TextBox 7">
            <a:extLst>
              <a:ext uri="{FF2B5EF4-FFF2-40B4-BE49-F238E27FC236}">
                <a16:creationId xmlns:a16="http://schemas.microsoft.com/office/drawing/2014/main" id="{7522AE2B-615A-0BF6-2A7D-3AC50DDB907D}"/>
              </a:ext>
            </a:extLst>
          </p:cNvPr>
          <p:cNvSpPr txBox="1"/>
          <p:nvPr/>
        </p:nvSpPr>
        <p:spPr>
          <a:xfrm>
            <a:off x="10083477" y="6991772"/>
            <a:ext cx="5054466" cy="381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 i="0">
                <a:solidFill>
                  <a:srgbClr val="1B4332"/>
                </a:solidFill>
                <a:latin typeface="Nunito" pitchFamily="2" charset="0"/>
                <a:cs typeface="Times New Roman" panose="02020603050405020304" pitchFamily="18" charset="0"/>
              </a:rPr>
              <a:t>S</a:t>
            </a:r>
            <a:r>
              <a:rPr lang="en-US" sz="2000" b="1" i="0">
                <a:solidFill>
                  <a:srgbClr val="1B4332"/>
                </a:solidFill>
                <a:latin typeface="Nunito" pitchFamily="2" charset="0"/>
                <a:cs typeface="Times New Roman" panose="02020603050405020304" pitchFamily="18" charset="0"/>
              </a:rPr>
              <a:t>patial Join </a:t>
            </a:r>
            <a:r>
              <a:rPr lang="en-US" sz="2000" b="1" i="0">
                <a:solidFill>
                  <a:srgbClr val="1B4332"/>
                </a:solidFill>
                <a:latin typeface="Nunito" pitchFamily="2" charset="0"/>
                <a:cs typeface="Times New Roman" panose="02020603050405020304" pitchFamily="18" charset="0"/>
                <a:sym typeface="Wingdings" panose="05000000000000000000" pitchFamily="2" charset="2"/>
              </a:rPr>
              <a:t> Binary Label</a:t>
            </a:r>
            <a:endParaRPr sz="2000" b="1" i="0">
              <a:solidFill>
                <a:srgbClr val="1B4332"/>
              </a:solidFill>
              <a:latin typeface="Nunito" pitchFamily="2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4796E6A-C51A-CD29-939A-D5A9CFEE8AB0}"/>
              </a:ext>
            </a:extLst>
          </p:cNvPr>
          <p:cNvSpPr txBox="1"/>
          <p:nvPr/>
        </p:nvSpPr>
        <p:spPr>
          <a:xfrm>
            <a:off x="1298766" y="7758087"/>
            <a:ext cx="6781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fontAlgn="base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>
                <a:latin typeface="Nunito" pitchFamily="2" charset="0"/>
              </a:rPr>
              <a:t>• Subzone-level population, age, comorbidity proxies​</a:t>
            </a:r>
          </a:p>
          <a:p>
            <a:endParaRPr lang="en-US" dirty="0">
              <a:latin typeface="Nunito" pitchFamily="2" charset="0"/>
            </a:endParaRPr>
          </a:p>
          <a:p>
            <a:r>
              <a:rPr lang="en-US" dirty="0">
                <a:latin typeface="Nunito" pitchFamily="2" charset="0"/>
              </a:rPr>
              <a:t>• Vulnerability index (% elderly + chronic) for tactical layer</a:t>
            </a:r>
          </a:p>
          <a:p>
            <a:r>
              <a:rPr lang="en-US" dirty="0">
                <a:latin typeface="Nunito" pitchFamily="2" charset="0"/>
              </a:rPr>
              <a:t>​</a:t>
            </a:r>
          </a:p>
          <a:p>
            <a:r>
              <a:rPr lang="en-US" dirty="0">
                <a:latin typeface="Nunito" pitchFamily="2" charset="0"/>
              </a:rPr>
              <a:t>• URA polygons → spatial join target for label derivation</a:t>
            </a:r>
          </a:p>
          <a:p>
            <a:endParaRPr lang="en-US" dirty="0">
              <a:latin typeface="Nunito" pitchFamily="2" charset="0"/>
            </a:endParaRPr>
          </a:p>
        </p:txBody>
      </p:sp>
      <p:sp>
        <p:nvSpPr>
          <p:cNvPr id="80" name="TextBox 8">
            <a:extLst>
              <a:ext uri="{FF2B5EF4-FFF2-40B4-BE49-F238E27FC236}">
                <a16:creationId xmlns:a16="http://schemas.microsoft.com/office/drawing/2014/main" id="{34CBC0D7-C12B-FB92-C695-6DA15C8FA1E9}"/>
              </a:ext>
            </a:extLst>
          </p:cNvPr>
          <p:cNvSpPr txBox="1"/>
          <p:nvPr/>
        </p:nvSpPr>
        <p:spPr>
          <a:xfrm>
            <a:off x="2524994" y="7374754"/>
            <a:ext cx="4110855" cy="2431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i="1" dirty="0">
                <a:latin typeface="Nunito" pitchFamily="2" charset="0"/>
              </a:rPr>
              <a:t>Census 2020</a:t>
            </a:r>
            <a:r>
              <a:rPr sz="1100" b="0" i="1" dirty="0">
                <a:latin typeface="Nunito" pitchFamily="2" charset="0"/>
              </a:rPr>
              <a:t> </a:t>
            </a:r>
            <a:r>
              <a:rPr lang="en-US" sz="1100" i="1" dirty="0">
                <a:latin typeface="Nunito" pitchFamily="2" charset="0"/>
              </a:rPr>
              <a:t>|</a:t>
            </a:r>
            <a:r>
              <a:rPr sz="1100" b="0" i="1" dirty="0">
                <a:latin typeface="Nunito" pitchFamily="2" charset="0"/>
              </a:rPr>
              <a:t> </a:t>
            </a:r>
            <a:r>
              <a:rPr lang="en-US" sz="1100" b="0" i="1" dirty="0">
                <a:latin typeface="Nunito" pitchFamily="2" charset="0"/>
              </a:rPr>
              <a:t>URA Master Plan 2019 </a:t>
            </a:r>
            <a:r>
              <a:rPr lang="en-US" sz="1100" b="0" i="1" dirty="0" err="1">
                <a:latin typeface="Nunito" pitchFamily="2" charset="0"/>
              </a:rPr>
              <a:t>GeaJSON</a:t>
            </a:r>
            <a:endParaRPr sz="1100" b="0" i="1" dirty="0">
              <a:latin typeface="Nunito" pitchFamily="2" charset="0"/>
            </a:endParaRPr>
          </a:p>
        </p:txBody>
      </p:sp>
      <p:sp>
        <p:nvSpPr>
          <p:cNvPr id="81" name="TextBox 7">
            <a:extLst>
              <a:ext uri="{FF2B5EF4-FFF2-40B4-BE49-F238E27FC236}">
                <a16:creationId xmlns:a16="http://schemas.microsoft.com/office/drawing/2014/main" id="{970704B4-D251-9AD6-FC63-B0CF738B1D10}"/>
              </a:ext>
            </a:extLst>
          </p:cNvPr>
          <p:cNvSpPr txBox="1"/>
          <p:nvPr/>
        </p:nvSpPr>
        <p:spPr>
          <a:xfrm>
            <a:off x="2574113" y="6976977"/>
            <a:ext cx="5054466" cy="381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 i="0" err="1">
                <a:solidFill>
                  <a:srgbClr val="1B4332"/>
                </a:solidFill>
                <a:latin typeface="Nunito" pitchFamily="2" charset="0"/>
                <a:cs typeface="Times New Roman" panose="02020603050405020304" pitchFamily="18" charset="0"/>
              </a:rPr>
              <a:t>S</a:t>
            </a:r>
            <a:r>
              <a:rPr lang="en-US" sz="2000" b="1" i="0" err="1">
                <a:solidFill>
                  <a:srgbClr val="1B4332"/>
                </a:solidFill>
                <a:latin typeface="Nunito" pitchFamily="2" charset="0"/>
                <a:cs typeface="Times New Roman" panose="02020603050405020304" pitchFamily="18" charset="0"/>
              </a:rPr>
              <a:t>ingStat</a:t>
            </a:r>
            <a:r>
              <a:rPr lang="en-US" sz="2000" b="1" i="0">
                <a:solidFill>
                  <a:srgbClr val="1B4332"/>
                </a:solidFill>
                <a:latin typeface="Nunito" pitchFamily="2" charset="0"/>
                <a:cs typeface="Times New Roman" panose="02020603050405020304" pitchFamily="18" charset="0"/>
              </a:rPr>
              <a:t> Census and URA Master Plan </a:t>
            </a:r>
            <a:endParaRPr sz="2000" b="1" i="0">
              <a:solidFill>
                <a:srgbClr val="1B4332"/>
              </a:solidFill>
              <a:latin typeface="Nunito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6C03924-400B-8BD7-E355-15C3500DEC2C}"/>
              </a:ext>
            </a:extLst>
          </p:cNvPr>
          <p:cNvSpPr txBox="1"/>
          <p:nvPr/>
        </p:nvSpPr>
        <p:spPr>
          <a:xfrm>
            <a:off x="152400" y="571500"/>
            <a:ext cx="16459200" cy="1163395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/>
            <a:r>
              <a:rPr sz="6600" b="1" dirty="0">
                <a:solidFill>
                  <a:srgbClr val="303870"/>
                </a:solidFill>
                <a:latin typeface="Agrandir Wide Bold"/>
              </a:rPr>
              <a:t>One model, two inference 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31E41D-1B19-2CA5-3FFE-FC48F795169A}"/>
              </a:ext>
            </a:extLst>
          </p:cNvPr>
          <p:cNvSpPr txBox="1"/>
          <p:nvPr/>
        </p:nvSpPr>
        <p:spPr>
          <a:xfrm>
            <a:off x="152400" y="1705355"/>
            <a:ext cx="16824960" cy="424732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/>
            <a:r>
              <a:rPr i="1" dirty="0">
                <a:solidFill>
                  <a:srgbClr val="6B7A7A"/>
                </a:solidFill>
                <a:latin typeface="Nunito" pitchFamily="2" charset="0"/>
              </a:rPr>
              <a:t>Shared predictive logic; different feature freshness, different decision thresholds, different downstream actions.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975889C-E4B0-C466-4088-96ADDA340476}"/>
              </a:ext>
            </a:extLst>
          </p:cNvPr>
          <p:cNvSpPr/>
          <p:nvPr/>
        </p:nvSpPr>
        <p:spPr>
          <a:xfrm>
            <a:off x="152400" y="2528315"/>
            <a:ext cx="4572000" cy="548640"/>
          </a:xfrm>
          <a:prstGeom prst="roundRect">
            <a:avLst/>
          </a:prstGeom>
          <a:solidFill>
            <a:srgbClr val="6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b="1" dirty="0">
                <a:solidFill>
                  <a:srgbClr val="FFFFFF"/>
                </a:solidFill>
                <a:latin typeface="Nunito" pitchFamily="2" charset="0"/>
              </a:rPr>
              <a:t>WHAT WE KNOW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8640AFF-D31D-EBAC-60F8-F1AC2732EEC3}"/>
              </a:ext>
            </a:extLst>
          </p:cNvPr>
          <p:cNvSpPr/>
          <p:nvPr/>
        </p:nvSpPr>
        <p:spPr>
          <a:xfrm>
            <a:off x="5090160" y="2528315"/>
            <a:ext cx="4937760" cy="548640"/>
          </a:xfrm>
          <a:prstGeom prst="roundRect">
            <a:avLst/>
          </a:prstGeom>
          <a:solidFill>
            <a:srgbClr val="30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Nunito" pitchFamily="2" charset="0"/>
              </a:rPr>
              <a:t>WHAT WE PREDICT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A363995-CE01-903D-0F48-C1C31F7A63F0}"/>
              </a:ext>
            </a:extLst>
          </p:cNvPr>
          <p:cNvSpPr/>
          <p:nvPr/>
        </p:nvSpPr>
        <p:spPr>
          <a:xfrm>
            <a:off x="10393680" y="2528315"/>
            <a:ext cx="6583680" cy="548640"/>
          </a:xfrm>
          <a:prstGeom prst="roundRect">
            <a:avLst/>
          </a:prstGeom>
          <a:solidFill>
            <a:srgbClr val="30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Nunito" pitchFamily="2" charset="0"/>
              </a:rPr>
              <a:t>WHAT WE DO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715FD5D-D4DE-0654-45BE-8CE0337053C5}"/>
              </a:ext>
            </a:extLst>
          </p:cNvPr>
          <p:cNvSpPr/>
          <p:nvPr/>
        </p:nvSpPr>
        <p:spPr>
          <a:xfrm>
            <a:off x="335280" y="3442715"/>
            <a:ext cx="4206240" cy="822960"/>
          </a:xfrm>
          <a:prstGeom prst="roundRect">
            <a:avLst>
              <a:gd name="adj" fmla="val 9260"/>
            </a:avLst>
          </a:prstGeom>
          <a:solidFill>
            <a:srgbClr val="FFFFFF"/>
          </a:solidFill>
          <a:ln w="9525">
            <a:solidFill>
              <a:srgbClr val="060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Cluster history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D8F7D32-5C38-3AE3-0CED-B85A015BA7C2}"/>
              </a:ext>
            </a:extLst>
          </p:cNvPr>
          <p:cNvSpPr/>
          <p:nvPr/>
        </p:nvSpPr>
        <p:spPr>
          <a:xfrm>
            <a:off x="335280" y="4411979"/>
            <a:ext cx="4206240" cy="822960"/>
          </a:xfrm>
          <a:prstGeom prst="roundRect">
            <a:avLst>
              <a:gd name="adj" fmla="val 12037"/>
            </a:avLst>
          </a:prstGeom>
          <a:solidFill>
            <a:srgbClr val="FFFFFF"/>
          </a:solidFill>
          <a:ln w="9525">
            <a:solidFill>
              <a:srgbClr val="060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Weather</a:t>
            </a:r>
            <a:endParaRPr lang="en-SG" b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2B8AFA9-FB4E-C2D6-B29B-FD7F17254A40}"/>
              </a:ext>
            </a:extLst>
          </p:cNvPr>
          <p:cNvSpPr/>
          <p:nvPr/>
        </p:nvSpPr>
        <p:spPr>
          <a:xfrm>
            <a:off x="335280" y="5381243"/>
            <a:ext cx="4206240" cy="822960"/>
          </a:xfrm>
          <a:prstGeom prst="roundRect">
            <a:avLst>
              <a:gd name="adj" fmla="val 12037"/>
            </a:avLst>
          </a:prstGeom>
          <a:solidFill>
            <a:srgbClr val="FFFFFF"/>
          </a:solidFill>
          <a:ln w="9525">
            <a:solidFill>
              <a:srgbClr val="060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Demographics</a:t>
            </a:r>
            <a:endParaRPr lang="en-SG" b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C4D1C8E-67BE-9559-9325-41B6DCD1C994}"/>
              </a:ext>
            </a:extLst>
          </p:cNvPr>
          <p:cNvSpPr/>
          <p:nvPr/>
        </p:nvSpPr>
        <p:spPr>
          <a:xfrm>
            <a:off x="335280" y="6350507"/>
            <a:ext cx="4206240" cy="822960"/>
          </a:xfrm>
          <a:prstGeom prst="roundRect">
            <a:avLst>
              <a:gd name="adj" fmla="val 12423"/>
            </a:avLst>
          </a:prstGeom>
          <a:solidFill>
            <a:srgbClr val="FFFFFF"/>
          </a:solidFill>
          <a:ln w="9525">
            <a:solidFill>
              <a:srgbClr val="060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Geography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B3A1F52-F939-8877-D845-B4AEA38508C6}"/>
              </a:ext>
            </a:extLst>
          </p:cNvPr>
          <p:cNvSpPr/>
          <p:nvPr/>
        </p:nvSpPr>
        <p:spPr>
          <a:xfrm>
            <a:off x="335280" y="7319771"/>
            <a:ext cx="4206240" cy="822960"/>
          </a:xfrm>
          <a:prstGeom prst="roundRect">
            <a:avLst/>
          </a:prstGeom>
          <a:solidFill>
            <a:srgbClr val="E8C8C0"/>
          </a:solidFill>
          <a:ln w="9525">
            <a:solidFill>
              <a:srgbClr val="B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rgbClr val="B84B3C"/>
                </a:solidFill>
                <a:latin typeface="Nunito" pitchFamily="2" charset="0"/>
              </a:rPr>
              <a:t>Confirmed cases  (live stream)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144093-8164-DC01-4635-FE72DB42942D}"/>
              </a:ext>
            </a:extLst>
          </p:cNvPr>
          <p:cNvSpPr txBox="1"/>
          <p:nvPr/>
        </p:nvSpPr>
        <p:spPr>
          <a:xfrm>
            <a:off x="5090160" y="3625596"/>
            <a:ext cx="4937760" cy="393954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ctr"/>
            <a:r>
              <a:rPr sz="1600" i="1" dirty="0">
                <a:solidFill>
                  <a:srgbClr val="6B7A7A"/>
                </a:solidFill>
                <a:latin typeface="Nunito" pitchFamily="2" charset="0"/>
              </a:rPr>
              <a:t>Feature engineering</a:t>
            </a:r>
          </a:p>
        </p:txBody>
      </p:sp>
      <p:sp>
        <p:nvSpPr>
          <p:cNvPr id="17" name="Rounded Rectangle 20">
            <a:extLst>
              <a:ext uri="{FF2B5EF4-FFF2-40B4-BE49-F238E27FC236}">
                <a16:creationId xmlns:a16="http://schemas.microsoft.com/office/drawing/2014/main" id="{F65D15F7-0825-78AB-9AB0-6D83809F9ED6}"/>
              </a:ext>
            </a:extLst>
          </p:cNvPr>
          <p:cNvSpPr/>
          <p:nvPr/>
        </p:nvSpPr>
        <p:spPr>
          <a:xfrm>
            <a:off x="5273040" y="4539995"/>
            <a:ext cx="4572000" cy="2560320"/>
          </a:xfrm>
          <a:prstGeom prst="roundRect">
            <a:avLst>
              <a:gd name="adj" fmla="val 5543"/>
            </a:avLst>
          </a:prstGeom>
          <a:solidFill>
            <a:srgbClr val="30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Nunito" pitchFamily="2" charset="0"/>
              </a:rPr>
              <a:t>Cluster Formation Model</a:t>
            </a:r>
          </a:p>
          <a:p>
            <a:pPr algn="l"/>
            <a:endParaRPr sz="2400" b="1" dirty="0">
              <a:solidFill>
                <a:srgbClr val="FFFFFF"/>
              </a:solidFill>
              <a:latin typeface="Nunito" pitchFamily="2" charset="0"/>
            </a:endParaRPr>
          </a:p>
          <a:p>
            <a:pPr algn="ctr"/>
            <a:r>
              <a:rPr i="1" dirty="0">
                <a:solidFill>
                  <a:schemeClr val="bg1">
                    <a:lumMod val="75000"/>
                  </a:schemeClr>
                </a:solidFill>
                <a:latin typeface="Nunito" pitchFamily="2" charset="0"/>
              </a:rPr>
              <a:t>P(active cluster in subzone S</a:t>
            </a:r>
          </a:p>
          <a:p>
            <a:pPr algn="ctr"/>
            <a:r>
              <a:rPr i="1" dirty="0">
                <a:solidFill>
                  <a:schemeClr val="bg1">
                    <a:lumMod val="75000"/>
                  </a:schemeClr>
                </a:solidFill>
                <a:latin typeface="Nunito" pitchFamily="2" charset="0"/>
              </a:rPr>
              <a:t>over next 14 days)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6A515F-354D-F577-4508-F8EEAFE53DF5}"/>
              </a:ext>
            </a:extLst>
          </p:cNvPr>
          <p:cNvSpPr txBox="1"/>
          <p:nvPr/>
        </p:nvSpPr>
        <p:spPr>
          <a:xfrm>
            <a:off x="5090160" y="7191755"/>
            <a:ext cx="4937760" cy="640175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ctr"/>
            <a:r>
              <a:rPr sz="1600" b="1" dirty="0">
                <a:solidFill>
                  <a:srgbClr val="6B7A7A"/>
                </a:solidFill>
                <a:latin typeface="Nunito" pitchFamily="2" charset="0"/>
              </a:rPr>
              <a:t>One trained artifact —</a:t>
            </a:r>
          </a:p>
          <a:p>
            <a:pPr algn="ctr"/>
            <a:r>
              <a:rPr sz="1600" b="1" dirty="0">
                <a:solidFill>
                  <a:srgbClr val="6B7A7A"/>
                </a:solidFill>
                <a:latin typeface="Nunito" pitchFamily="2" charset="0"/>
              </a:rPr>
              <a:t>served two ways</a:t>
            </a:r>
          </a:p>
        </p:txBody>
      </p:sp>
      <p:sp>
        <p:nvSpPr>
          <p:cNvPr id="19" name="Rounded Rectangle 22">
            <a:extLst>
              <a:ext uri="{FF2B5EF4-FFF2-40B4-BE49-F238E27FC236}">
                <a16:creationId xmlns:a16="http://schemas.microsoft.com/office/drawing/2014/main" id="{1146F293-7FC4-5F7B-C901-9AB134950FAC}"/>
              </a:ext>
            </a:extLst>
          </p:cNvPr>
          <p:cNvSpPr/>
          <p:nvPr/>
        </p:nvSpPr>
        <p:spPr>
          <a:xfrm>
            <a:off x="10576560" y="3534155"/>
            <a:ext cx="6309360" cy="2011680"/>
          </a:xfrm>
          <a:prstGeom prst="roundRect">
            <a:avLst>
              <a:gd name="adj" fmla="val 7197"/>
            </a:avLst>
          </a:prstGeom>
          <a:solidFill>
            <a:srgbClr val="FFFFFF"/>
          </a:solidFill>
          <a:ln w="190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STRATEGIC LOOP   ·   WEEKLY BATCH</a:t>
            </a:r>
          </a:p>
          <a:p>
            <a:endParaRPr lang="en-SG" sz="2000" b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Risk map to formulate fogging deployment plan</a:t>
            </a:r>
          </a:p>
          <a:p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r>
              <a:rPr lang="en-SG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Target User = NEA Ops + Pest Control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</p:txBody>
      </p:sp>
      <p:sp>
        <p:nvSpPr>
          <p:cNvPr id="20" name="Rounded Rectangle 26">
            <a:extLst>
              <a:ext uri="{FF2B5EF4-FFF2-40B4-BE49-F238E27FC236}">
                <a16:creationId xmlns:a16="http://schemas.microsoft.com/office/drawing/2014/main" id="{BBDEFD65-3AEB-BBAB-2526-B2EB07D65B35}"/>
              </a:ext>
            </a:extLst>
          </p:cNvPr>
          <p:cNvSpPr/>
          <p:nvPr/>
        </p:nvSpPr>
        <p:spPr>
          <a:xfrm>
            <a:off x="10576560" y="6003035"/>
            <a:ext cx="6309360" cy="2011680"/>
          </a:xfrm>
          <a:prstGeom prst="roundRect">
            <a:avLst>
              <a:gd name="adj" fmla="val 8618"/>
            </a:avLst>
          </a:prstGeom>
          <a:solidFill>
            <a:srgbClr val="FFFFFF"/>
          </a:solidFill>
          <a:ln w="19050">
            <a:solidFill>
              <a:srgbClr val="B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2000" b="1" dirty="0">
                <a:solidFill>
                  <a:srgbClr val="B84B3C"/>
                </a:solidFill>
                <a:latin typeface="Nunito" pitchFamily="2" charset="0"/>
              </a:rPr>
              <a:t>TACTICAL LOOP   ·   EVENT-DRIVEN</a:t>
            </a:r>
          </a:p>
          <a:p>
            <a:endParaRPr lang="en-SG" sz="2000" b="1" dirty="0">
              <a:solidFill>
                <a:srgbClr val="B84B3C"/>
              </a:solidFill>
              <a:latin typeface="Nunito" pitchFamily="2" charset="0"/>
            </a:endParaRPr>
          </a:p>
          <a:p>
            <a:r>
              <a:rPr lang="en-SG" sz="2000" b="1" dirty="0">
                <a:solidFill>
                  <a:srgbClr val="B84B3C"/>
                </a:solidFill>
                <a:latin typeface="Nunito" pitchFamily="2" charset="0"/>
              </a:rPr>
              <a:t>Per-case alert to enable timely clinical triage</a:t>
            </a:r>
          </a:p>
          <a:p>
            <a:endParaRPr lang="en-SG" sz="2000" b="1" dirty="0">
              <a:solidFill>
                <a:srgbClr val="B84B3C"/>
              </a:solidFill>
              <a:latin typeface="Nunito" pitchFamily="2" charset="0"/>
            </a:endParaRPr>
          </a:p>
          <a:p>
            <a:r>
              <a:rPr lang="en-SG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Target User = CDA Officer at MOH</a:t>
            </a:r>
            <a:endParaRPr lang="en-SG" sz="2000" b="1" dirty="0">
              <a:solidFill>
                <a:srgbClr val="B84B3C"/>
              </a:solidFill>
              <a:latin typeface="Nunito" pitchFamily="2" charset="0"/>
            </a:endParaRPr>
          </a:p>
        </p:txBody>
      </p:sp>
      <p:cxnSp>
        <p:nvCxnSpPr>
          <p:cNvPr id="21" name="Connector 30">
            <a:extLst>
              <a:ext uri="{FF2B5EF4-FFF2-40B4-BE49-F238E27FC236}">
                <a16:creationId xmlns:a16="http://schemas.microsoft.com/office/drawing/2014/main" id="{04BF6E4D-2815-A406-2166-1CE2AF1586F8}"/>
              </a:ext>
            </a:extLst>
          </p:cNvPr>
          <p:cNvCxnSpPr/>
          <p:nvPr/>
        </p:nvCxnSpPr>
        <p:spPr>
          <a:xfrm>
            <a:off x="4541520" y="5820155"/>
            <a:ext cx="731520" cy="0"/>
          </a:xfrm>
          <a:prstGeom prst="line">
            <a:avLst/>
          </a:prstGeom>
          <a:ln w="19050">
            <a:solidFill>
              <a:srgbClr val="060B1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31">
            <a:extLst>
              <a:ext uri="{FF2B5EF4-FFF2-40B4-BE49-F238E27FC236}">
                <a16:creationId xmlns:a16="http://schemas.microsoft.com/office/drawing/2014/main" id="{2C44D08F-27CD-0718-3CC6-7CC3186D98B2}"/>
              </a:ext>
            </a:extLst>
          </p:cNvPr>
          <p:cNvCxnSpPr/>
          <p:nvPr/>
        </p:nvCxnSpPr>
        <p:spPr>
          <a:xfrm flipV="1">
            <a:off x="9845040" y="4539995"/>
            <a:ext cx="731520" cy="822960"/>
          </a:xfrm>
          <a:prstGeom prst="line">
            <a:avLst/>
          </a:prstGeom>
          <a:ln w="19050">
            <a:solidFill>
              <a:srgbClr val="060B1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32">
            <a:extLst>
              <a:ext uri="{FF2B5EF4-FFF2-40B4-BE49-F238E27FC236}">
                <a16:creationId xmlns:a16="http://schemas.microsoft.com/office/drawing/2014/main" id="{1438E9F5-B891-17E5-7700-0B11C4B18A72}"/>
              </a:ext>
            </a:extLst>
          </p:cNvPr>
          <p:cNvCxnSpPr/>
          <p:nvPr/>
        </p:nvCxnSpPr>
        <p:spPr>
          <a:xfrm>
            <a:off x="9845040" y="6277355"/>
            <a:ext cx="731520" cy="731520"/>
          </a:xfrm>
          <a:prstGeom prst="line">
            <a:avLst/>
          </a:prstGeom>
          <a:ln w="19050">
            <a:solidFill>
              <a:srgbClr val="B84B3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C3AE82F-3D7A-2744-DF5F-03CF9CE2CBD4}"/>
              </a:ext>
            </a:extLst>
          </p:cNvPr>
          <p:cNvSpPr/>
          <p:nvPr/>
        </p:nvSpPr>
        <p:spPr>
          <a:xfrm>
            <a:off x="152400" y="8471915"/>
            <a:ext cx="16824960" cy="731520"/>
          </a:xfrm>
          <a:prstGeom prst="roundRect">
            <a:avLst/>
          </a:prstGeom>
          <a:solidFill>
            <a:srgbClr val="30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000" b="1" i="1">
                <a:solidFill>
                  <a:srgbClr val="FFFFFF"/>
                </a:solidFill>
                <a:latin typeface="Nunito" pitchFamily="2" charset="0"/>
              </a:rPr>
              <a:t>Same predictive logic. Different freshness contracts. Different thresholds. Different actions.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7" grpId="0" animBg="1"/>
      <p:bldP spid="18" grpId="0"/>
      <p:bldP spid="19" grpId="0" animBg="1"/>
      <p:bldP spid="20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8DDD56-B04C-BC96-8AF7-EF8EE9748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A0B0106-327C-B60E-D254-CF4565182B60}"/>
              </a:ext>
            </a:extLst>
          </p:cNvPr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C709D67-70CE-16F5-0E08-43A6BF0059DB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46E50B4-22D8-6299-52E3-171C33E40B32}"/>
                </a:ext>
              </a:extLst>
            </p:cNvPr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50CF829-630D-2AF0-6724-B41863310F81}"/>
              </a:ext>
            </a:extLst>
          </p:cNvPr>
          <p:cNvSpPr txBox="1"/>
          <p:nvPr/>
        </p:nvSpPr>
        <p:spPr>
          <a:xfrm>
            <a:off x="152400" y="571500"/>
            <a:ext cx="16459200" cy="1163395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/>
            <a:r>
              <a:rPr lang="en-SG" sz="6600" b="1" dirty="0">
                <a:solidFill>
                  <a:srgbClr val="303870"/>
                </a:solidFill>
                <a:latin typeface="Agrandir Wide Bold"/>
              </a:rPr>
              <a:t>Design Choices</a:t>
            </a:r>
            <a:endParaRPr sz="6600" b="1" dirty="0">
              <a:solidFill>
                <a:srgbClr val="303870"/>
              </a:solidFill>
              <a:latin typeface="Agrandir Wide Bold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7DA37C-2ABF-5567-803D-40B93D2E94F7}"/>
              </a:ext>
            </a:extLst>
          </p:cNvPr>
          <p:cNvSpPr/>
          <p:nvPr/>
        </p:nvSpPr>
        <p:spPr>
          <a:xfrm>
            <a:off x="435995" y="1941342"/>
            <a:ext cx="7961243" cy="5846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/>
            <a:r>
              <a:rPr b="1" i="0" dirty="0">
                <a:solidFill>
                  <a:srgbClr val="303870"/>
                </a:solidFill>
                <a:latin typeface="Nunito" pitchFamily="2" charset="0"/>
              </a:rPr>
              <a:t>WHAT WE DECIDED </a:t>
            </a:r>
            <a:r>
              <a:rPr lang="en-SG" b="1" i="0" dirty="0">
                <a:solidFill>
                  <a:srgbClr val="303870"/>
                </a:solidFill>
                <a:latin typeface="Nunito" pitchFamily="2" charset="0"/>
              </a:rPr>
              <a:t>FROM BEGINNING</a:t>
            </a:r>
            <a:endParaRPr b="1" i="0" dirty="0">
              <a:solidFill>
                <a:srgbClr val="303870"/>
              </a:solidFill>
              <a:latin typeface="Nunito" pitchFamily="2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1358666-8248-9FE8-39BC-F0ADA7E62FF2}"/>
              </a:ext>
            </a:extLst>
          </p:cNvPr>
          <p:cNvGrpSpPr/>
          <p:nvPr/>
        </p:nvGrpSpPr>
        <p:grpSpPr>
          <a:xfrm>
            <a:off x="435995" y="2715105"/>
            <a:ext cx="7871790" cy="1272409"/>
            <a:chOff x="8863715" y="2715105"/>
            <a:chExt cx="7871790" cy="1272409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4E8C5C4-4A1E-DBA0-45E0-1CB6F1F9DA7A}"/>
                </a:ext>
              </a:extLst>
            </p:cNvPr>
            <p:cNvSpPr txBox="1"/>
            <p:nvPr/>
          </p:nvSpPr>
          <p:spPr>
            <a:xfrm>
              <a:off x="8953167" y="2835466"/>
              <a:ext cx="536713" cy="627863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ctr"/>
              <a:r>
                <a:rPr sz="3600" b="1" i="0">
                  <a:solidFill>
                    <a:srgbClr val="303870"/>
                  </a:solidFill>
                  <a:latin typeface="Nunito" pitchFamily="2" charset="0"/>
                </a:rPr>
                <a:t>✓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B519C36-AE7D-96A7-2EAA-E3A730894E83}"/>
                </a:ext>
              </a:extLst>
            </p:cNvPr>
            <p:cNvSpPr txBox="1"/>
            <p:nvPr/>
          </p:nvSpPr>
          <p:spPr>
            <a:xfrm>
              <a:off x="9579332" y="2818273"/>
              <a:ext cx="7156173" cy="443198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2400" b="1" i="0">
                  <a:solidFill>
                    <a:srgbClr val="303870"/>
                  </a:solidFill>
                  <a:latin typeface="Nunito" pitchFamily="2" charset="0"/>
                </a:rPr>
                <a:t>Training window: 2013–2020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B089AAD-C5D8-62F2-7A0E-35B3BDB9D5BD}"/>
                </a:ext>
              </a:extLst>
            </p:cNvPr>
            <p:cNvSpPr txBox="1"/>
            <p:nvPr/>
          </p:nvSpPr>
          <p:spPr>
            <a:xfrm>
              <a:off x="9579332" y="3334115"/>
              <a:ext cx="7156173" cy="566309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1600" b="0" i="0">
                  <a:solidFill>
                    <a:srgbClr val="303870"/>
                  </a:solidFill>
                  <a:latin typeface="Nunito" pitchFamily="2" charset="0"/>
                </a:rPr>
                <a:t>Use full SGCharts window. 2020 serotype shift (DENV-3, 35k+ cases) demonstrates concept drift in the report.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E1E848F-A0EE-E9EB-A097-2A3F51AF139F}"/>
                </a:ext>
              </a:extLst>
            </p:cNvPr>
            <p:cNvSpPr/>
            <p:nvPr/>
          </p:nvSpPr>
          <p:spPr>
            <a:xfrm>
              <a:off x="8863715" y="2715105"/>
              <a:ext cx="107343" cy="1272409"/>
            </a:xfrm>
            <a:prstGeom prst="rect">
              <a:avLst/>
            </a:prstGeom>
            <a:solidFill>
              <a:srgbClr val="DCE6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400">
                <a:solidFill>
                  <a:srgbClr val="303870"/>
                </a:solidFill>
                <a:latin typeface="Nunito" pitchFamily="2" charset="0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8BC3346-63FA-48FC-BA38-CA369455DE86}"/>
              </a:ext>
            </a:extLst>
          </p:cNvPr>
          <p:cNvGrpSpPr/>
          <p:nvPr/>
        </p:nvGrpSpPr>
        <p:grpSpPr>
          <a:xfrm>
            <a:off x="435995" y="4140701"/>
            <a:ext cx="7871790" cy="1272409"/>
            <a:chOff x="8863715" y="4140701"/>
            <a:chExt cx="7871790" cy="1272409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4C2E344-3CB2-792E-28B0-C4B18869C063}"/>
                </a:ext>
              </a:extLst>
            </p:cNvPr>
            <p:cNvSpPr txBox="1"/>
            <p:nvPr/>
          </p:nvSpPr>
          <p:spPr>
            <a:xfrm>
              <a:off x="8953167" y="4261064"/>
              <a:ext cx="536713" cy="627863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ctr"/>
              <a:r>
                <a:rPr sz="3600" b="1" i="0">
                  <a:solidFill>
                    <a:srgbClr val="303870"/>
                  </a:solidFill>
                  <a:latin typeface="Nunito" pitchFamily="2" charset="0"/>
                </a:rPr>
                <a:t>✓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5654613-9F1E-3902-4546-56666D46A233}"/>
                </a:ext>
              </a:extLst>
            </p:cNvPr>
            <p:cNvSpPr txBox="1"/>
            <p:nvPr/>
          </p:nvSpPr>
          <p:spPr>
            <a:xfrm>
              <a:off x="9579332" y="4243869"/>
              <a:ext cx="7156173" cy="443198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2400" b="1" i="0">
                  <a:solidFill>
                    <a:srgbClr val="303870"/>
                  </a:solidFill>
                  <a:latin typeface="Nunito" pitchFamily="2" charset="0"/>
                </a:rPr>
                <a:t>Subzone granularity: 330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28688E7-0597-6F9E-0ECF-E76971CA6931}"/>
                </a:ext>
              </a:extLst>
            </p:cNvPr>
            <p:cNvSpPr txBox="1"/>
            <p:nvPr/>
          </p:nvSpPr>
          <p:spPr>
            <a:xfrm>
              <a:off x="9579332" y="4759711"/>
              <a:ext cx="7156173" cy="566309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1600" b="0" i="0" dirty="0">
                  <a:solidFill>
                    <a:srgbClr val="303870"/>
                  </a:solidFill>
                  <a:latin typeface="Nunito" pitchFamily="2" charset="0"/>
                </a:rPr>
                <a:t>Fine-grained for operational fogging. Planning areas (55) lose deployment precision.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452C7EF-BA1B-9CEC-8AB7-B667BA2CC108}"/>
                </a:ext>
              </a:extLst>
            </p:cNvPr>
            <p:cNvSpPr/>
            <p:nvPr/>
          </p:nvSpPr>
          <p:spPr>
            <a:xfrm>
              <a:off x="8863715" y="4140701"/>
              <a:ext cx="107343" cy="1272409"/>
            </a:xfrm>
            <a:prstGeom prst="rect">
              <a:avLst/>
            </a:prstGeom>
            <a:solidFill>
              <a:srgbClr val="DCE6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400">
                <a:solidFill>
                  <a:srgbClr val="303870"/>
                </a:solidFill>
                <a:latin typeface="Nunito" pitchFamily="2" charset="0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88FC65D-57A9-A244-8B10-DC35202D43AB}"/>
              </a:ext>
            </a:extLst>
          </p:cNvPr>
          <p:cNvGrpSpPr/>
          <p:nvPr/>
        </p:nvGrpSpPr>
        <p:grpSpPr>
          <a:xfrm>
            <a:off x="435995" y="5552229"/>
            <a:ext cx="7871790" cy="1272409"/>
            <a:chOff x="8863715" y="5552229"/>
            <a:chExt cx="7871790" cy="1272409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1AB1650-7175-453F-308A-4CAB8572A411}"/>
                </a:ext>
              </a:extLst>
            </p:cNvPr>
            <p:cNvSpPr txBox="1"/>
            <p:nvPr/>
          </p:nvSpPr>
          <p:spPr>
            <a:xfrm>
              <a:off x="8953167" y="5672592"/>
              <a:ext cx="536713" cy="627863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ctr"/>
              <a:r>
                <a:rPr sz="3600" b="1" i="0">
                  <a:solidFill>
                    <a:srgbClr val="303870"/>
                  </a:solidFill>
                  <a:latin typeface="Nunito" pitchFamily="2" charset="0"/>
                </a:rPr>
                <a:t>✓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1CB0780-2F4E-C7EF-D51F-01FA5392DAD6}"/>
                </a:ext>
              </a:extLst>
            </p:cNvPr>
            <p:cNvSpPr txBox="1"/>
            <p:nvPr/>
          </p:nvSpPr>
          <p:spPr>
            <a:xfrm>
              <a:off x="9579332" y="5655398"/>
              <a:ext cx="7156173" cy="443198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2400" b="1" i="0">
                  <a:solidFill>
                    <a:srgbClr val="303870"/>
                  </a:solidFill>
                  <a:latin typeface="Nunito" pitchFamily="2" charset="0"/>
                </a:rPr>
                <a:t>Weather source: MSS, not NEA API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DC88924-7C55-1C26-6399-277D444495ED}"/>
                </a:ext>
              </a:extLst>
            </p:cNvPr>
            <p:cNvSpPr txBox="1"/>
            <p:nvPr/>
          </p:nvSpPr>
          <p:spPr>
            <a:xfrm>
              <a:off x="9579332" y="6171239"/>
              <a:ext cx="7156173" cy="566309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1600" b="0" i="0" dirty="0">
                  <a:solidFill>
                    <a:srgbClr val="303870"/>
                  </a:solidFill>
                  <a:latin typeface="Nunito" pitchFamily="2" charset="0"/>
                </a:rPr>
                <a:t>MSS station data extends usable window back to 2013. NEA API has Dec 2016 floor + </a:t>
              </a:r>
              <a:r>
                <a:rPr lang="en-SG" sz="1600" b="0" i="0" dirty="0">
                  <a:solidFill>
                    <a:srgbClr val="303870"/>
                  </a:solidFill>
                  <a:latin typeface="Nunito" pitchFamily="2" charset="0"/>
                </a:rPr>
                <a:t>19</a:t>
              </a:r>
              <a:r>
                <a:rPr sz="1600" b="0" i="0" dirty="0">
                  <a:solidFill>
                    <a:srgbClr val="303870"/>
                  </a:solidFill>
                  <a:latin typeface="Nunito" pitchFamily="2" charset="0"/>
                </a:rPr>
                <a:t>-</a:t>
              </a:r>
              <a:r>
                <a:rPr sz="1600" b="0" i="0" dirty="0" err="1">
                  <a:solidFill>
                    <a:srgbClr val="303870"/>
                  </a:solidFill>
                  <a:latin typeface="Nunito" pitchFamily="2" charset="0"/>
                </a:rPr>
                <a:t>hr</a:t>
              </a:r>
              <a:r>
                <a:rPr sz="1600" b="0" i="0" dirty="0">
                  <a:solidFill>
                    <a:srgbClr val="303870"/>
                  </a:solidFill>
                  <a:latin typeface="Nunito" pitchFamily="2" charset="0"/>
                </a:rPr>
                <a:t> ingest.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08EA1D48-3E3D-BCAA-EBB7-58847F003861}"/>
                </a:ext>
              </a:extLst>
            </p:cNvPr>
            <p:cNvSpPr/>
            <p:nvPr/>
          </p:nvSpPr>
          <p:spPr>
            <a:xfrm>
              <a:off x="8863715" y="5552229"/>
              <a:ext cx="107343" cy="1272409"/>
            </a:xfrm>
            <a:prstGeom prst="rect">
              <a:avLst/>
            </a:prstGeom>
            <a:solidFill>
              <a:srgbClr val="DCE6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400">
                <a:solidFill>
                  <a:srgbClr val="303870"/>
                </a:solidFill>
                <a:latin typeface="Nunito" pitchFamily="2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BFC6F802-35E4-BBA8-CE50-A5E44C1CD452}"/>
              </a:ext>
            </a:extLst>
          </p:cNvPr>
          <p:cNvSpPr/>
          <p:nvPr/>
        </p:nvSpPr>
        <p:spPr>
          <a:xfrm>
            <a:off x="8823959" y="1941342"/>
            <a:ext cx="7961243" cy="5846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/>
            <a:r>
              <a:rPr b="1" i="0" dirty="0">
                <a:solidFill>
                  <a:srgbClr val="303870"/>
                </a:solidFill>
                <a:latin typeface="Nunito" pitchFamily="2" charset="0"/>
              </a:rPr>
              <a:t>DESIGN CHOICES</a:t>
            </a:r>
            <a:r>
              <a:rPr lang="en-SG" b="1" i="0" dirty="0">
                <a:solidFill>
                  <a:srgbClr val="303870"/>
                </a:solidFill>
                <a:latin typeface="Nunito" pitchFamily="2" charset="0"/>
              </a:rPr>
              <a:t> AND </a:t>
            </a:r>
            <a:r>
              <a:rPr b="1" i="0" dirty="0">
                <a:solidFill>
                  <a:srgbClr val="303870"/>
                </a:solidFill>
                <a:latin typeface="Nunito" pitchFamily="2" charset="0"/>
              </a:rPr>
              <a:t>RATIONALE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8166A7-C0C4-CF01-D9C2-2A2C128F7688}"/>
              </a:ext>
            </a:extLst>
          </p:cNvPr>
          <p:cNvGrpSpPr/>
          <p:nvPr/>
        </p:nvGrpSpPr>
        <p:grpSpPr>
          <a:xfrm>
            <a:off x="8823959" y="2715105"/>
            <a:ext cx="7836010" cy="1272409"/>
            <a:chOff x="365759" y="2715105"/>
            <a:chExt cx="7836010" cy="127240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B3463C1-B8E7-68B5-072E-5C4095F76B11}"/>
                </a:ext>
              </a:extLst>
            </p:cNvPr>
            <p:cNvSpPr/>
            <p:nvPr/>
          </p:nvSpPr>
          <p:spPr>
            <a:xfrm>
              <a:off x="365759" y="2715105"/>
              <a:ext cx="107343" cy="127240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400">
                <a:solidFill>
                  <a:srgbClr val="303870"/>
                </a:solidFill>
                <a:latin typeface="Nunito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37BAD07-8C50-645F-7CC7-A1D2BEC6C881}"/>
                </a:ext>
              </a:extLst>
            </p:cNvPr>
            <p:cNvSpPr txBox="1"/>
            <p:nvPr/>
          </p:nvSpPr>
          <p:spPr>
            <a:xfrm>
              <a:off x="687787" y="2715105"/>
              <a:ext cx="7513982" cy="443198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2400" b="1" i="0" dirty="0">
                  <a:solidFill>
                    <a:srgbClr val="303870"/>
                  </a:solidFill>
                  <a:latin typeface="Nunito" pitchFamily="2" charset="0"/>
                </a:rPr>
                <a:t>Two-layer by design</a:t>
              </a:r>
              <a:r>
                <a:rPr lang="en-SG" sz="2400" b="1" i="0" dirty="0">
                  <a:solidFill>
                    <a:srgbClr val="303870"/>
                  </a:solidFill>
                  <a:latin typeface="Nunito" pitchFamily="2" charset="0"/>
                </a:rPr>
                <a:t>:</a:t>
              </a:r>
              <a:r>
                <a:rPr sz="2400" b="1" i="0" dirty="0">
                  <a:solidFill>
                    <a:srgbClr val="303870"/>
                  </a:solidFill>
                  <a:latin typeface="Nunito" pitchFamily="2" charset="0"/>
                </a:rPr>
                <a:t> batch + real-time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EA4658C-1766-3F19-112F-8DEAEA00F671}"/>
                </a:ext>
              </a:extLst>
            </p:cNvPr>
            <p:cNvSpPr txBox="1"/>
            <p:nvPr/>
          </p:nvSpPr>
          <p:spPr>
            <a:xfrm>
              <a:off x="687787" y="3230946"/>
              <a:ext cx="7513982" cy="566309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1600" b="0" i="0" dirty="0">
                  <a:solidFill>
                    <a:srgbClr val="303870"/>
                  </a:solidFill>
                  <a:latin typeface="Nunito" pitchFamily="2" charset="0"/>
                </a:rPr>
                <a:t>Different operational loops, different cost functions. Same trained model, two inference paths.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E568D26-ADCA-580B-C4AD-B29AC5D11353}"/>
              </a:ext>
            </a:extLst>
          </p:cNvPr>
          <p:cNvGrpSpPr/>
          <p:nvPr/>
        </p:nvGrpSpPr>
        <p:grpSpPr>
          <a:xfrm>
            <a:off x="8823959" y="4140701"/>
            <a:ext cx="7836010" cy="1272409"/>
            <a:chOff x="365759" y="4140701"/>
            <a:chExt cx="7836010" cy="127240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590BDBB-6A8D-73FE-6189-C56AE2387F9E}"/>
                </a:ext>
              </a:extLst>
            </p:cNvPr>
            <p:cNvSpPr/>
            <p:nvPr/>
          </p:nvSpPr>
          <p:spPr>
            <a:xfrm>
              <a:off x="365759" y="4140701"/>
              <a:ext cx="107343" cy="127240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400">
                <a:solidFill>
                  <a:srgbClr val="303870"/>
                </a:solidFill>
                <a:latin typeface="Nunito" pitchFamily="2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5E6257C-AF71-208B-75BE-C7A1FFC3A3B4}"/>
                </a:ext>
              </a:extLst>
            </p:cNvPr>
            <p:cNvSpPr txBox="1"/>
            <p:nvPr/>
          </p:nvSpPr>
          <p:spPr>
            <a:xfrm>
              <a:off x="687787" y="4140701"/>
              <a:ext cx="7513982" cy="443198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2400" b="1" i="0" dirty="0" err="1">
                  <a:solidFill>
                    <a:srgbClr val="303870"/>
                  </a:solidFill>
                  <a:latin typeface="Nunito" pitchFamily="2" charset="0"/>
                </a:rPr>
                <a:t>XGBoost</a:t>
              </a:r>
              <a:r>
                <a:rPr sz="2400" b="1" i="0" dirty="0">
                  <a:solidFill>
                    <a:srgbClr val="303870"/>
                  </a:solidFill>
                  <a:latin typeface="Nunito" pitchFamily="2" charset="0"/>
                </a:rPr>
                <a:t> / </a:t>
              </a:r>
              <a:r>
                <a:rPr sz="2400" b="1" i="0" dirty="0" err="1">
                  <a:solidFill>
                    <a:srgbClr val="303870"/>
                  </a:solidFill>
                  <a:latin typeface="Nunito" pitchFamily="2" charset="0"/>
                </a:rPr>
                <a:t>LightGBM</a:t>
              </a:r>
              <a:r>
                <a:rPr sz="2400" b="1" i="0" dirty="0">
                  <a:solidFill>
                    <a:srgbClr val="303870"/>
                  </a:solidFill>
                  <a:latin typeface="Nunito" pitchFamily="2" charset="0"/>
                </a:rPr>
                <a:t>, not deep learning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C824441-419A-6E62-DC9C-350618E68171}"/>
                </a:ext>
              </a:extLst>
            </p:cNvPr>
            <p:cNvSpPr txBox="1"/>
            <p:nvPr/>
          </p:nvSpPr>
          <p:spPr>
            <a:xfrm>
              <a:off x="687787" y="4656543"/>
              <a:ext cx="7513982" cy="320088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1600" b="0" i="0" dirty="0">
                  <a:solidFill>
                    <a:srgbClr val="303870"/>
                  </a:solidFill>
                  <a:latin typeface="Nunito" pitchFamily="2" charset="0"/>
                </a:rPr>
                <a:t>Tabular </a:t>
              </a:r>
              <a:r>
                <a:rPr sz="1600" b="0" i="0" dirty="0" err="1">
                  <a:solidFill>
                    <a:srgbClr val="303870"/>
                  </a:solidFill>
                  <a:latin typeface="Nunito" pitchFamily="2" charset="0"/>
                </a:rPr>
                <a:t>spatial+temporal</a:t>
              </a:r>
              <a:r>
                <a:rPr sz="1600" b="0" i="0" dirty="0">
                  <a:solidFill>
                    <a:srgbClr val="303870"/>
                  </a:solidFill>
                  <a:latin typeface="Nunito" pitchFamily="2" charset="0"/>
                </a:rPr>
                <a:t> data. Interpretable via SHAP. Trains in minutes locally.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D9E264D-E96E-2618-31C2-29A913228095}"/>
              </a:ext>
            </a:extLst>
          </p:cNvPr>
          <p:cNvGrpSpPr/>
          <p:nvPr/>
        </p:nvGrpSpPr>
        <p:grpSpPr>
          <a:xfrm>
            <a:off x="8823959" y="5552229"/>
            <a:ext cx="7836010" cy="1272409"/>
            <a:chOff x="365759" y="5552229"/>
            <a:chExt cx="7836010" cy="127240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5B76D75-5A86-7AEA-0A7D-C6A601268D24}"/>
                </a:ext>
              </a:extLst>
            </p:cNvPr>
            <p:cNvSpPr/>
            <p:nvPr/>
          </p:nvSpPr>
          <p:spPr>
            <a:xfrm>
              <a:off x="365759" y="5552229"/>
              <a:ext cx="107343" cy="127240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400">
                <a:solidFill>
                  <a:srgbClr val="303870"/>
                </a:solidFill>
                <a:latin typeface="Nunito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0A2B109-6D87-BF4C-DCFF-9A7B62252151}"/>
                </a:ext>
              </a:extLst>
            </p:cNvPr>
            <p:cNvSpPr txBox="1"/>
            <p:nvPr/>
          </p:nvSpPr>
          <p:spPr>
            <a:xfrm>
              <a:off x="687787" y="5552229"/>
              <a:ext cx="7513982" cy="443198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2400" b="1" i="0" dirty="0">
                  <a:solidFill>
                    <a:srgbClr val="303870"/>
                  </a:solidFill>
                  <a:latin typeface="Nunito" pitchFamily="2" charset="0"/>
                </a:rPr>
                <a:t>Time-series sliding-window C</a:t>
              </a:r>
              <a:r>
                <a:rPr lang="en-SG" sz="2400" b="1" i="0" dirty="0">
                  <a:solidFill>
                    <a:srgbClr val="303870"/>
                  </a:solidFill>
                  <a:latin typeface="Nunito" pitchFamily="2" charset="0"/>
                </a:rPr>
                <a:t>ross-</a:t>
              </a:r>
              <a:r>
                <a:rPr sz="2400" b="1" i="0" dirty="0">
                  <a:solidFill>
                    <a:srgbClr val="303870"/>
                  </a:solidFill>
                  <a:latin typeface="Nunito" pitchFamily="2" charset="0"/>
                </a:rPr>
                <a:t>V</a:t>
              </a:r>
              <a:r>
                <a:rPr lang="en-SG" sz="2400" b="1" i="0" dirty="0" err="1">
                  <a:solidFill>
                    <a:srgbClr val="303870"/>
                  </a:solidFill>
                  <a:latin typeface="Nunito" pitchFamily="2" charset="0"/>
                </a:rPr>
                <a:t>alidation</a:t>
              </a:r>
              <a:r>
                <a:rPr lang="en-SG" sz="2400" b="1" i="0" dirty="0">
                  <a:solidFill>
                    <a:srgbClr val="303870"/>
                  </a:solidFill>
                  <a:latin typeface="Nunito" pitchFamily="2" charset="0"/>
                </a:rPr>
                <a:t> (CV)</a:t>
              </a:r>
              <a:endParaRPr sz="2400" b="1" i="0" dirty="0">
                <a:solidFill>
                  <a:srgbClr val="303870"/>
                </a:solidFill>
                <a:latin typeface="Nunito" pitchFamily="2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B8AA7F0-41D0-1DF7-9814-2E4E9EA912AD}"/>
                </a:ext>
              </a:extLst>
            </p:cNvPr>
            <p:cNvSpPr txBox="1"/>
            <p:nvPr/>
          </p:nvSpPr>
          <p:spPr>
            <a:xfrm>
              <a:off x="687787" y="6068071"/>
              <a:ext cx="7513982" cy="320088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1600" b="0" i="0" dirty="0">
                  <a:solidFill>
                    <a:srgbClr val="303870"/>
                  </a:solidFill>
                  <a:latin typeface="Nunito" pitchFamily="2" charset="0"/>
                </a:rPr>
                <a:t>Standard k-fold leaks future cluster data</a:t>
              </a:r>
              <a:r>
                <a:rPr lang="en-SG" sz="1600" b="0" i="0" dirty="0">
                  <a:solidFill>
                    <a:srgbClr val="303870"/>
                  </a:solidFill>
                  <a:latin typeface="Nunito" pitchFamily="2" charset="0"/>
                </a:rPr>
                <a:t>,</a:t>
              </a:r>
              <a:r>
                <a:rPr sz="1600" b="0" i="0" dirty="0">
                  <a:solidFill>
                    <a:srgbClr val="303870"/>
                  </a:solidFill>
                  <a:latin typeface="Nunito" pitchFamily="2" charset="0"/>
                </a:rPr>
                <a:t> temporal C</a:t>
              </a:r>
              <a:r>
                <a:rPr lang="en-SG" sz="1600" dirty="0">
                  <a:solidFill>
                    <a:srgbClr val="303870"/>
                  </a:solidFill>
                  <a:latin typeface="Nunito" pitchFamily="2" charset="0"/>
                </a:rPr>
                <a:t>V</a:t>
              </a:r>
              <a:r>
                <a:rPr sz="1600" b="0" i="0" dirty="0">
                  <a:solidFill>
                    <a:srgbClr val="303870"/>
                  </a:solidFill>
                  <a:latin typeface="Nunito" pitchFamily="2" charset="0"/>
                </a:rPr>
                <a:t> is the only valid choice.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C01557B-25FF-946E-EE71-EE51178A10A9}"/>
              </a:ext>
            </a:extLst>
          </p:cNvPr>
          <p:cNvGrpSpPr/>
          <p:nvPr/>
        </p:nvGrpSpPr>
        <p:grpSpPr>
          <a:xfrm>
            <a:off x="8823959" y="6963758"/>
            <a:ext cx="7836010" cy="1272409"/>
            <a:chOff x="365759" y="6963758"/>
            <a:chExt cx="7836010" cy="127240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851A2ED-D5CF-D377-337F-5431FD49A26C}"/>
                </a:ext>
              </a:extLst>
            </p:cNvPr>
            <p:cNvSpPr/>
            <p:nvPr/>
          </p:nvSpPr>
          <p:spPr>
            <a:xfrm>
              <a:off x="365759" y="6963758"/>
              <a:ext cx="107343" cy="127240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400">
                <a:solidFill>
                  <a:srgbClr val="303870"/>
                </a:solidFill>
                <a:latin typeface="Nunito" pitchFamily="2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BEDA65-EA66-2C05-ABD6-1D36A9EA3310}"/>
                </a:ext>
              </a:extLst>
            </p:cNvPr>
            <p:cNvSpPr txBox="1"/>
            <p:nvPr/>
          </p:nvSpPr>
          <p:spPr>
            <a:xfrm>
              <a:off x="687787" y="6963758"/>
              <a:ext cx="7513982" cy="443198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2400" b="1" i="0" dirty="0">
                  <a:solidFill>
                    <a:srgbClr val="303870"/>
                  </a:solidFill>
                  <a:latin typeface="Nunito" pitchFamily="2" charset="0"/>
                </a:rPr>
                <a:t>Recall ≥ 0.70 on High-risk tier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9840AFC-02B0-CC4C-EAFA-6046A03AFB3A}"/>
                </a:ext>
              </a:extLst>
            </p:cNvPr>
            <p:cNvSpPr txBox="1"/>
            <p:nvPr/>
          </p:nvSpPr>
          <p:spPr>
            <a:xfrm>
              <a:off x="687787" y="7479599"/>
              <a:ext cx="7513982" cy="566309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1600" b="0" i="0" dirty="0">
                  <a:solidFill>
                    <a:srgbClr val="303870"/>
                  </a:solidFill>
                  <a:latin typeface="Nunito" pitchFamily="2" charset="0"/>
                </a:rPr>
                <a:t>Asymmetric cost: false negative = missed outbreak. We </a:t>
              </a:r>
              <a:r>
                <a:rPr sz="1600" b="0" i="0" dirty="0" err="1">
                  <a:solidFill>
                    <a:srgbClr val="303870"/>
                  </a:solidFill>
                  <a:latin typeface="Nunito" pitchFamily="2" charset="0"/>
                </a:rPr>
                <a:t>optimise</a:t>
              </a:r>
              <a:r>
                <a:rPr sz="1600" b="0" i="0" dirty="0">
                  <a:solidFill>
                    <a:srgbClr val="303870"/>
                  </a:solidFill>
                  <a:latin typeface="Nunito" pitchFamily="2" charset="0"/>
                </a:rPr>
                <a:t> for the more expensive error.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6772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5248E10-48F2-A710-C8B4-40269B8E8661}"/>
              </a:ext>
            </a:extLst>
          </p:cNvPr>
          <p:cNvSpPr/>
          <p:nvPr/>
        </p:nvSpPr>
        <p:spPr>
          <a:xfrm>
            <a:off x="4038600" y="9992700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D26978-633D-CEDD-A977-4F6B06BC22C0}"/>
              </a:ext>
            </a:extLst>
          </p:cNvPr>
          <p:cNvSpPr/>
          <p:nvPr/>
        </p:nvSpPr>
        <p:spPr>
          <a:xfrm>
            <a:off x="16228732" y="7530582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F3308A-B75A-8AE7-8C47-31ED96C8FFB5}"/>
              </a:ext>
            </a:extLst>
          </p:cNvPr>
          <p:cNvSpPr/>
          <p:nvPr/>
        </p:nvSpPr>
        <p:spPr>
          <a:xfrm>
            <a:off x="15555300" y="7513444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9DE4E5-DBFD-94C8-D497-F74CFDE54670}"/>
              </a:ext>
            </a:extLst>
          </p:cNvPr>
          <p:cNvSpPr/>
          <p:nvPr/>
        </p:nvSpPr>
        <p:spPr>
          <a:xfrm>
            <a:off x="9353844" y="5153016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6B9530-0D78-ACF1-9DB5-5E8FA5B3941D}"/>
              </a:ext>
            </a:extLst>
          </p:cNvPr>
          <p:cNvSpPr/>
          <p:nvPr/>
        </p:nvSpPr>
        <p:spPr>
          <a:xfrm>
            <a:off x="9353844" y="5627299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B4C888-4C04-BB9A-D549-43AEEA729E48}"/>
              </a:ext>
            </a:extLst>
          </p:cNvPr>
          <p:cNvSpPr/>
          <p:nvPr/>
        </p:nvSpPr>
        <p:spPr>
          <a:xfrm>
            <a:off x="10569452" y="3095168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72C985-14FC-1A27-AC9B-965DEAD480DC}"/>
              </a:ext>
            </a:extLst>
          </p:cNvPr>
          <p:cNvSpPr/>
          <p:nvPr/>
        </p:nvSpPr>
        <p:spPr>
          <a:xfrm>
            <a:off x="10569452" y="3510821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7DE3B1-A08E-3A50-FA0D-EAF92578ACD0}"/>
              </a:ext>
            </a:extLst>
          </p:cNvPr>
          <p:cNvSpPr/>
          <p:nvPr/>
        </p:nvSpPr>
        <p:spPr>
          <a:xfrm>
            <a:off x="8964000" y="9071120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D212C9-B58B-1478-49BE-513EC589DA49}"/>
              </a:ext>
            </a:extLst>
          </p:cNvPr>
          <p:cNvSpPr/>
          <p:nvPr/>
        </p:nvSpPr>
        <p:spPr>
          <a:xfrm>
            <a:off x="9227172" y="9072607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D00081-BBAC-4F84-5903-9FBC1201CEE3}"/>
              </a:ext>
            </a:extLst>
          </p:cNvPr>
          <p:cNvSpPr/>
          <p:nvPr/>
        </p:nvSpPr>
        <p:spPr>
          <a:xfrm>
            <a:off x="46698" y="4611955"/>
            <a:ext cx="11002302" cy="190314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AD1172-B9E7-DA86-3CC5-558B5F9A7785}"/>
              </a:ext>
            </a:extLst>
          </p:cNvPr>
          <p:cNvSpPr/>
          <p:nvPr/>
        </p:nvSpPr>
        <p:spPr>
          <a:xfrm>
            <a:off x="46698" y="45536"/>
            <a:ext cx="11002302" cy="4487514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ED6DE8-2B1F-CAA0-278F-A02C7F2E39C7}"/>
              </a:ext>
            </a:extLst>
          </p:cNvPr>
          <p:cNvSpPr txBox="1"/>
          <p:nvPr/>
        </p:nvSpPr>
        <p:spPr>
          <a:xfrm>
            <a:off x="49079" y="47738"/>
            <a:ext cx="13934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Historical Data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7268B4C-AE2E-316C-4C2D-6A02B7E2AAA4}"/>
              </a:ext>
            </a:extLst>
          </p:cNvPr>
          <p:cNvSpPr/>
          <p:nvPr/>
        </p:nvSpPr>
        <p:spPr>
          <a:xfrm>
            <a:off x="1262314" y="208219"/>
            <a:ext cx="1800000" cy="4248135"/>
          </a:xfrm>
          <a:prstGeom prst="roundRect">
            <a:avLst>
              <a:gd name="adj" fmla="val 6819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SG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Bronze</a:t>
            </a:r>
          </a:p>
        </p:txBody>
      </p:sp>
      <p:sp>
        <p:nvSpPr>
          <p:cNvPr id="19" name="Flowchart: Document 18">
            <a:extLst>
              <a:ext uri="{FF2B5EF4-FFF2-40B4-BE49-F238E27FC236}">
                <a16:creationId xmlns:a16="http://schemas.microsoft.com/office/drawing/2014/main" id="{E8C1C15E-D694-9762-7885-FEA201059138}"/>
              </a:ext>
            </a:extLst>
          </p:cNvPr>
          <p:cNvSpPr/>
          <p:nvPr/>
        </p:nvSpPr>
        <p:spPr>
          <a:xfrm>
            <a:off x="257721" y="845673"/>
            <a:ext cx="844355" cy="6850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SGCharts</a:t>
            </a:r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 .</a:t>
            </a:r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csv</a:t>
            </a:r>
          </a:p>
        </p:txBody>
      </p:sp>
      <p:sp>
        <p:nvSpPr>
          <p:cNvPr id="20" name="Flowchart: Document 19">
            <a:extLst>
              <a:ext uri="{FF2B5EF4-FFF2-40B4-BE49-F238E27FC236}">
                <a16:creationId xmlns:a16="http://schemas.microsoft.com/office/drawing/2014/main" id="{01F89A03-AB89-04B6-49AA-E94F721A53AD}"/>
              </a:ext>
            </a:extLst>
          </p:cNvPr>
          <p:cNvSpPr/>
          <p:nvPr/>
        </p:nvSpPr>
        <p:spPr>
          <a:xfrm>
            <a:off x="257719" y="1757299"/>
            <a:ext cx="844355" cy="6850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MSS Weather .</a:t>
            </a:r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csv</a:t>
            </a:r>
          </a:p>
        </p:txBody>
      </p:sp>
      <p:sp>
        <p:nvSpPr>
          <p:cNvPr id="21" name="Flowchart: Document 20">
            <a:extLst>
              <a:ext uri="{FF2B5EF4-FFF2-40B4-BE49-F238E27FC236}">
                <a16:creationId xmlns:a16="http://schemas.microsoft.com/office/drawing/2014/main" id="{73635587-4DD0-FFFA-25FA-D85835AFA7E0}"/>
              </a:ext>
            </a:extLst>
          </p:cNvPr>
          <p:cNvSpPr/>
          <p:nvPr/>
        </p:nvSpPr>
        <p:spPr>
          <a:xfrm>
            <a:off x="257719" y="2689388"/>
            <a:ext cx="844355" cy="6850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SingStat</a:t>
            </a:r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 .</a:t>
            </a:r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csv</a:t>
            </a:r>
          </a:p>
        </p:txBody>
      </p:sp>
      <p:sp>
        <p:nvSpPr>
          <p:cNvPr id="22" name="Flowchart: Document 21">
            <a:extLst>
              <a:ext uri="{FF2B5EF4-FFF2-40B4-BE49-F238E27FC236}">
                <a16:creationId xmlns:a16="http://schemas.microsoft.com/office/drawing/2014/main" id="{400E7621-68E8-C86A-7CE6-77F65D05A334}"/>
              </a:ext>
            </a:extLst>
          </p:cNvPr>
          <p:cNvSpPr/>
          <p:nvPr/>
        </p:nvSpPr>
        <p:spPr>
          <a:xfrm>
            <a:off x="252710" y="3581696"/>
            <a:ext cx="844355" cy="6850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URA </a:t>
            </a:r>
            <a:r>
              <a:rPr lang="en-SG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Geo.</a:t>
            </a:r>
            <a:r>
              <a:rPr lang="en-SG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json</a:t>
            </a:r>
            <a:endParaRPr lang="en-SG" sz="105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</p:txBody>
      </p:sp>
      <p:sp>
        <p:nvSpPr>
          <p:cNvPr id="23" name="Cylinder 22">
            <a:extLst>
              <a:ext uri="{FF2B5EF4-FFF2-40B4-BE49-F238E27FC236}">
                <a16:creationId xmlns:a16="http://schemas.microsoft.com/office/drawing/2014/main" id="{EEA3BD9E-630F-29D0-0D0F-856D8E390127}"/>
              </a:ext>
            </a:extLst>
          </p:cNvPr>
          <p:cNvSpPr/>
          <p:nvPr/>
        </p:nvSpPr>
        <p:spPr>
          <a:xfrm>
            <a:off x="1626949" y="810548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raw</a:t>
            </a:r>
            <a:b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</a:b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clusters</a:t>
            </a:r>
            <a:endParaRPr lang="en-SG" sz="105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sp>
        <p:nvSpPr>
          <p:cNvPr id="24" name="Cylinder 23">
            <a:extLst>
              <a:ext uri="{FF2B5EF4-FFF2-40B4-BE49-F238E27FC236}">
                <a16:creationId xmlns:a16="http://schemas.microsoft.com/office/drawing/2014/main" id="{28DCC0B5-4A31-FB22-7DB0-FE0DF3E90244}"/>
              </a:ext>
            </a:extLst>
          </p:cNvPr>
          <p:cNvSpPr/>
          <p:nvPr/>
        </p:nvSpPr>
        <p:spPr>
          <a:xfrm>
            <a:off x="1626949" y="1722173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raw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weather</a:t>
            </a:r>
          </a:p>
        </p:txBody>
      </p:sp>
      <p:sp>
        <p:nvSpPr>
          <p:cNvPr id="25" name="Cylinder 24">
            <a:extLst>
              <a:ext uri="{FF2B5EF4-FFF2-40B4-BE49-F238E27FC236}">
                <a16:creationId xmlns:a16="http://schemas.microsoft.com/office/drawing/2014/main" id="{31ACA7EA-369A-C82F-2F76-5CB60D3A60D5}"/>
              </a:ext>
            </a:extLst>
          </p:cNvPr>
          <p:cNvSpPr/>
          <p:nvPr/>
        </p:nvSpPr>
        <p:spPr>
          <a:xfrm>
            <a:off x="1626949" y="2653961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raw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population</a:t>
            </a:r>
          </a:p>
        </p:txBody>
      </p:sp>
      <p:sp>
        <p:nvSpPr>
          <p:cNvPr id="26" name="Cylinder 25">
            <a:extLst>
              <a:ext uri="{FF2B5EF4-FFF2-40B4-BE49-F238E27FC236}">
                <a16:creationId xmlns:a16="http://schemas.microsoft.com/office/drawing/2014/main" id="{0AAD1EA9-65C2-030C-DEFE-8A0F2DD8B014}"/>
              </a:ext>
            </a:extLst>
          </p:cNvPr>
          <p:cNvSpPr/>
          <p:nvPr/>
        </p:nvSpPr>
        <p:spPr>
          <a:xfrm>
            <a:off x="1626949" y="3546571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raw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geodata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1C4060D-3E2F-D6AC-79A7-F4D807F77A26}"/>
              </a:ext>
            </a:extLst>
          </p:cNvPr>
          <p:cNvCxnSpPr>
            <a:cxnSpLocks/>
            <a:stCxn id="19" idx="3"/>
            <a:endCxn id="23" idx="2"/>
          </p:cNvCxnSpPr>
          <p:nvPr/>
        </p:nvCxnSpPr>
        <p:spPr>
          <a:xfrm>
            <a:off x="1102076" y="1188198"/>
            <a:ext cx="524873" cy="1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1040A88-F592-DDC8-23D4-A95FBD852343}"/>
              </a:ext>
            </a:extLst>
          </p:cNvPr>
          <p:cNvCxnSpPr>
            <a:cxnSpLocks/>
            <a:stCxn id="20" idx="3"/>
            <a:endCxn id="24" idx="2"/>
          </p:cNvCxnSpPr>
          <p:nvPr/>
        </p:nvCxnSpPr>
        <p:spPr>
          <a:xfrm>
            <a:off x="1102074" y="2099824"/>
            <a:ext cx="524875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E02935F-E173-B568-A46F-09AE9ED483A5}"/>
              </a:ext>
            </a:extLst>
          </p:cNvPr>
          <p:cNvCxnSpPr>
            <a:cxnSpLocks/>
            <a:stCxn id="21" idx="3"/>
            <a:endCxn id="25" idx="2"/>
          </p:cNvCxnSpPr>
          <p:nvPr/>
        </p:nvCxnSpPr>
        <p:spPr>
          <a:xfrm flipV="1">
            <a:off x="1102074" y="3031612"/>
            <a:ext cx="524875" cy="301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AFB1C21-F550-D82C-6EA6-F814166E0246}"/>
              </a:ext>
            </a:extLst>
          </p:cNvPr>
          <p:cNvCxnSpPr>
            <a:cxnSpLocks/>
            <a:stCxn id="22" idx="3"/>
            <a:endCxn id="26" idx="2"/>
          </p:cNvCxnSpPr>
          <p:nvPr/>
        </p:nvCxnSpPr>
        <p:spPr>
          <a:xfrm>
            <a:off x="1097065" y="3924221"/>
            <a:ext cx="529884" cy="1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025C87B-7384-E2F1-AB4C-37BDBE7AAAD0}"/>
              </a:ext>
            </a:extLst>
          </p:cNvPr>
          <p:cNvSpPr/>
          <p:nvPr/>
        </p:nvSpPr>
        <p:spPr>
          <a:xfrm>
            <a:off x="5181600" y="208200"/>
            <a:ext cx="1800000" cy="4248943"/>
          </a:xfrm>
          <a:prstGeom prst="roundRect">
            <a:avLst>
              <a:gd name="adj" fmla="val 68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SG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Silver</a:t>
            </a:r>
          </a:p>
        </p:txBody>
      </p:sp>
      <p:sp>
        <p:nvSpPr>
          <p:cNvPr id="32" name="Cylinder 31">
            <a:extLst>
              <a:ext uri="{FF2B5EF4-FFF2-40B4-BE49-F238E27FC236}">
                <a16:creationId xmlns:a16="http://schemas.microsoft.com/office/drawing/2014/main" id="{0D900BCE-AC5D-4241-BAB9-66C33A4A54B5}"/>
              </a:ext>
            </a:extLst>
          </p:cNvPr>
          <p:cNvSpPr/>
          <p:nvPr/>
        </p:nvSpPr>
        <p:spPr>
          <a:xfrm>
            <a:off x="5546235" y="810548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cleaned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clusters</a:t>
            </a:r>
          </a:p>
        </p:txBody>
      </p:sp>
      <p:sp>
        <p:nvSpPr>
          <p:cNvPr id="33" name="Cylinder 32">
            <a:extLst>
              <a:ext uri="{FF2B5EF4-FFF2-40B4-BE49-F238E27FC236}">
                <a16:creationId xmlns:a16="http://schemas.microsoft.com/office/drawing/2014/main" id="{CC4CEAA0-926E-1E67-EA6C-D63AAD996407}"/>
              </a:ext>
            </a:extLst>
          </p:cNvPr>
          <p:cNvSpPr/>
          <p:nvPr/>
        </p:nvSpPr>
        <p:spPr>
          <a:xfrm>
            <a:off x="5546235" y="1722173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cleaned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weather</a:t>
            </a:r>
          </a:p>
        </p:txBody>
      </p:sp>
      <p:sp>
        <p:nvSpPr>
          <p:cNvPr id="34" name="Cylinder 33">
            <a:extLst>
              <a:ext uri="{FF2B5EF4-FFF2-40B4-BE49-F238E27FC236}">
                <a16:creationId xmlns:a16="http://schemas.microsoft.com/office/drawing/2014/main" id="{19781F29-3974-FCFC-71DF-BE5850F76010}"/>
              </a:ext>
            </a:extLst>
          </p:cNvPr>
          <p:cNvSpPr/>
          <p:nvPr/>
        </p:nvSpPr>
        <p:spPr>
          <a:xfrm>
            <a:off x="5546235" y="2653961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cleaned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population</a:t>
            </a:r>
          </a:p>
        </p:txBody>
      </p:sp>
      <p:sp>
        <p:nvSpPr>
          <p:cNvPr id="35" name="Cylinder 34">
            <a:extLst>
              <a:ext uri="{FF2B5EF4-FFF2-40B4-BE49-F238E27FC236}">
                <a16:creationId xmlns:a16="http://schemas.microsoft.com/office/drawing/2014/main" id="{1D86E028-5D6A-C399-290D-C712F4DF2A66}"/>
              </a:ext>
            </a:extLst>
          </p:cNvPr>
          <p:cNvSpPr/>
          <p:nvPr/>
        </p:nvSpPr>
        <p:spPr>
          <a:xfrm>
            <a:off x="5546235" y="3546571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cleaned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geodata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F4C4FC3-DA7A-A188-2A89-D9E18FC8413D}"/>
              </a:ext>
            </a:extLst>
          </p:cNvPr>
          <p:cNvCxnSpPr>
            <a:cxnSpLocks/>
            <a:stCxn id="23" idx="4"/>
            <a:endCxn id="32" idx="2"/>
          </p:cNvCxnSpPr>
          <p:nvPr/>
        </p:nvCxnSpPr>
        <p:spPr>
          <a:xfrm>
            <a:off x="2706949" y="1188199"/>
            <a:ext cx="2839286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F3DDA8B-2C9A-EA53-BE4A-3679A64F7641}"/>
              </a:ext>
            </a:extLst>
          </p:cNvPr>
          <p:cNvCxnSpPr>
            <a:cxnSpLocks/>
            <a:stCxn id="24" idx="4"/>
            <a:endCxn id="33" idx="2"/>
          </p:cNvCxnSpPr>
          <p:nvPr/>
        </p:nvCxnSpPr>
        <p:spPr>
          <a:xfrm>
            <a:off x="2706949" y="2099824"/>
            <a:ext cx="2839286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12D87A3-1BF7-2A52-BD20-818CDA7EDE98}"/>
              </a:ext>
            </a:extLst>
          </p:cNvPr>
          <p:cNvCxnSpPr>
            <a:cxnSpLocks/>
            <a:stCxn id="25" idx="4"/>
            <a:endCxn id="34" idx="2"/>
          </p:cNvCxnSpPr>
          <p:nvPr/>
        </p:nvCxnSpPr>
        <p:spPr>
          <a:xfrm>
            <a:off x="2706949" y="3031612"/>
            <a:ext cx="2839286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C8C203F-466B-1D76-C215-5BD0AB07BC53}"/>
              </a:ext>
            </a:extLst>
          </p:cNvPr>
          <p:cNvCxnSpPr>
            <a:cxnSpLocks/>
            <a:stCxn id="26" idx="4"/>
            <a:endCxn id="35" idx="2"/>
          </p:cNvCxnSpPr>
          <p:nvPr/>
        </p:nvCxnSpPr>
        <p:spPr>
          <a:xfrm>
            <a:off x="2706949" y="3924222"/>
            <a:ext cx="2839286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8DC7766-67B2-3B9B-C429-F780B5C9557B}"/>
              </a:ext>
            </a:extLst>
          </p:cNvPr>
          <p:cNvSpPr/>
          <p:nvPr/>
        </p:nvSpPr>
        <p:spPr>
          <a:xfrm>
            <a:off x="9144000" y="208200"/>
            <a:ext cx="1800000" cy="6230700"/>
          </a:xfrm>
          <a:prstGeom prst="roundRect">
            <a:avLst>
              <a:gd name="adj" fmla="val 6819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SG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Gold</a:t>
            </a:r>
          </a:p>
        </p:txBody>
      </p:sp>
      <p:sp>
        <p:nvSpPr>
          <p:cNvPr id="41" name="Cylinder 40">
            <a:extLst>
              <a:ext uri="{FF2B5EF4-FFF2-40B4-BE49-F238E27FC236}">
                <a16:creationId xmlns:a16="http://schemas.microsoft.com/office/drawing/2014/main" id="{B44FEBEA-1DDC-7306-DC48-0DD61EAE5758}"/>
              </a:ext>
            </a:extLst>
          </p:cNvPr>
          <p:cNvSpPr/>
          <p:nvPr/>
        </p:nvSpPr>
        <p:spPr>
          <a:xfrm>
            <a:off x="9347201" y="2851307"/>
            <a:ext cx="1407503" cy="996793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subzone_features</a:t>
            </a:r>
            <a:endParaRPr lang="en-SG" sz="105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cxnSp>
        <p:nvCxnSpPr>
          <p:cNvPr id="42" name="Straight Arrow Connector 80">
            <a:extLst>
              <a:ext uri="{FF2B5EF4-FFF2-40B4-BE49-F238E27FC236}">
                <a16:creationId xmlns:a16="http://schemas.microsoft.com/office/drawing/2014/main" id="{F27E7B19-C96F-3FC7-309F-FE5C5DC4EC02}"/>
              </a:ext>
            </a:extLst>
          </p:cNvPr>
          <p:cNvCxnSpPr>
            <a:cxnSpLocks/>
            <a:stCxn id="32" idx="4"/>
            <a:endCxn id="41" idx="2"/>
          </p:cNvCxnSpPr>
          <p:nvPr/>
        </p:nvCxnSpPr>
        <p:spPr>
          <a:xfrm>
            <a:off x="6626235" y="1188199"/>
            <a:ext cx="2720966" cy="2161505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83">
            <a:extLst>
              <a:ext uri="{FF2B5EF4-FFF2-40B4-BE49-F238E27FC236}">
                <a16:creationId xmlns:a16="http://schemas.microsoft.com/office/drawing/2014/main" id="{5A57E6F7-1AA9-BC17-4770-00D0B97143FF}"/>
              </a:ext>
            </a:extLst>
          </p:cNvPr>
          <p:cNvCxnSpPr>
            <a:cxnSpLocks/>
            <a:stCxn id="33" idx="4"/>
            <a:endCxn id="41" idx="2"/>
          </p:cNvCxnSpPr>
          <p:nvPr/>
        </p:nvCxnSpPr>
        <p:spPr>
          <a:xfrm>
            <a:off x="6626235" y="2099824"/>
            <a:ext cx="2720966" cy="1249880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86">
            <a:extLst>
              <a:ext uri="{FF2B5EF4-FFF2-40B4-BE49-F238E27FC236}">
                <a16:creationId xmlns:a16="http://schemas.microsoft.com/office/drawing/2014/main" id="{D8DE0735-C841-D03D-18B7-F51809471D0A}"/>
              </a:ext>
            </a:extLst>
          </p:cNvPr>
          <p:cNvCxnSpPr>
            <a:cxnSpLocks/>
            <a:stCxn id="34" idx="4"/>
            <a:endCxn id="41" idx="2"/>
          </p:cNvCxnSpPr>
          <p:nvPr/>
        </p:nvCxnSpPr>
        <p:spPr>
          <a:xfrm>
            <a:off x="6626235" y="3031612"/>
            <a:ext cx="2720966" cy="318092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89">
            <a:extLst>
              <a:ext uri="{FF2B5EF4-FFF2-40B4-BE49-F238E27FC236}">
                <a16:creationId xmlns:a16="http://schemas.microsoft.com/office/drawing/2014/main" id="{D825283D-623F-68E6-E618-0690DE044F8A}"/>
              </a:ext>
            </a:extLst>
          </p:cNvPr>
          <p:cNvCxnSpPr>
            <a:cxnSpLocks/>
            <a:stCxn id="35" idx="4"/>
            <a:endCxn id="41" idx="2"/>
          </p:cNvCxnSpPr>
          <p:nvPr/>
        </p:nvCxnSpPr>
        <p:spPr>
          <a:xfrm flipV="1">
            <a:off x="6626235" y="3349704"/>
            <a:ext cx="2720966" cy="574518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E53C4FA-7C5C-01D9-9CA1-7C342EC8F7BC}"/>
              </a:ext>
            </a:extLst>
          </p:cNvPr>
          <p:cNvSpPr/>
          <p:nvPr/>
        </p:nvSpPr>
        <p:spPr>
          <a:xfrm>
            <a:off x="3212500" y="810548"/>
            <a:ext cx="1800000" cy="3344413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SG" sz="1200" b="1" dirty="0">
                <a:solidFill>
                  <a:srgbClr val="6B7A7A"/>
                </a:solidFill>
                <a:latin typeface="Nunito" pitchFamily="2" charset="0"/>
              </a:rPr>
              <a:t>Pre-processing</a:t>
            </a:r>
            <a:endParaRPr lang="en-SG" sz="1050" b="1" dirty="0">
              <a:solidFill>
                <a:srgbClr val="6B7A7A"/>
              </a:solidFill>
              <a:latin typeface="Nunito" pitchFamily="2" charset="0"/>
            </a:endParaRPr>
          </a:p>
          <a:p>
            <a:pPr algn="ctr"/>
            <a:endParaRPr lang="en-SG" sz="105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Enforce schema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Handle null values and outliers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Remove duplicates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Repair geometrics</a:t>
            </a:r>
          </a:p>
        </p:txBody>
      </p:sp>
      <p:cxnSp>
        <p:nvCxnSpPr>
          <p:cNvPr id="47" name="Straight Arrow Connector 80">
            <a:extLst>
              <a:ext uri="{FF2B5EF4-FFF2-40B4-BE49-F238E27FC236}">
                <a16:creationId xmlns:a16="http://schemas.microsoft.com/office/drawing/2014/main" id="{A937F0E9-0D3A-DF70-F164-92F4965764B8}"/>
              </a:ext>
            </a:extLst>
          </p:cNvPr>
          <p:cNvCxnSpPr>
            <a:cxnSpLocks/>
            <a:stCxn id="32" idx="4"/>
            <a:endCxn id="49" idx="1"/>
          </p:cNvCxnSpPr>
          <p:nvPr/>
        </p:nvCxnSpPr>
        <p:spPr>
          <a:xfrm>
            <a:off x="6626235" y="1188199"/>
            <a:ext cx="2720966" cy="340447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DDF11D-A435-5987-999A-72BB5254F012}"/>
              </a:ext>
            </a:extLst>
          </p:cNvPr>
          <p:cNvSpPr txBox="1"/>
          <p:nvPr/>
        </p:nvSpPr>
        <p:spPr>
          <a:xfrm>
            <a:off x="9640422" y="2875290"/>
            <a:ext cx="7665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5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49" name="Flowchart: Document 48">
            <a:extLst>
              <a:ext uri="{FF2B5EF4-FFF2-40B4-BE49-F238E27FC236}">
                <a16:creationId xmlns:a16="http://schemas.microsoft.com/office/drawing/2014/main" id="{F939FBF4-B535-421C-CEB9-6CD06D5AA647}"/>
              </a:ext>
            </a:extLst>
          </p:cNvPr>
          <p:cNvSpPr/>
          <p:nvPr/>
        </p:nvSpPr>
        <p:spPr>
          <a:xfrm>
            <a:off x="9347201" y="1114191"/>
            <a:ext cx="1396998" cy="82890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subzone_features.parquet</a:t>
            </a:r>
            <a:endParaRPr lang="en-SG" sz="105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7308DDB-AB26-6864-886F-A4C8B66E7439}"/>
              </a:ext>
            </a:extLst>
          </p:cNvPr>
          <p:cNvSpPr txBox="1"/>
          <p:nvPr/>
        </p:nvSpPr>
        <p:spPr>
          <a:xfrm>
            <a:off x="5735837" y="7995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FE36977-F6D5-3A85-FF52-C9DA83BFB3BC}"/>
              </a:ext>
            </a:extLst>
          </p:cNvPr>
          <p:cNvSpPr txBox="1"/>
          <p:nvPr/>
        </p:nvSpPr>
        <p:spPr>
          <a:xfrm>
            <a:off x="5745081" y="17139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55B100-BB95-D24F-9F99-CE431EED0534}"/>
              </a:ext>
            </a:extLst>
          </p:cNvPr>
          <p:cNvSpPr txBox="1"/>
          <p:nvPr/>
        </p:nvSpPr>
        <p:spPr>
          <a:xfrm>
            <a:off x="5725573" y="26283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3D9EA88-36F5-7CBA-ADBB-5A93D2AC1F5C}"/>
              </a:ext>
            </a:extLst>
          </p:cNvPr>
          <p:cNvSpPr txBox="1"/>
          <p:nvPr/>
        </p:nvSpPr>
        <p:spPr>
          <a:xfrm>
            <a:off x="5735022" y="35427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3AC5C1F-2C67-8852-0122-BCD8CE0D9BD8}"/>
              </a:ext>
            </a:extLst>
          </p:cNvPr>
          <p:cNvSpPr txBox="1"/>
          <p:nvPr/>
        </p:nvSpPr>
        <p:spPr>
          <a:xfrm>
            <a:off x="1801396" y="7995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2C8C8DC-4AA9-81E1-CBBC-DD8A26C23AFC}"/>
              </a:ext>
            </a:extLst>
          </p:cNvPr>
          <p:cNvSpPr txBox="1"/>
          <p:nvPr/>
        </p:nvSpPr>
        <p:spPr>
          <a:xfrm>
            <a:off x="1810640" y="17139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8988E6B-FE9C-B660-D47B-C50A1A82F912}"/>
              </a:ext>
            </a:extLst>
          </p:cNvPr>
          <p:cNvSpPr txBox="1"/>
          <p:nvPr/>
        </p:nvSpPr>
        <p:spPr>
          <a:xfrm>
            <a:off x="1791132" y="26283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3D470EF-608D-CCDA-E779-CC20BF8CA868}"/>
              </a:ext>
            </a:extLst>
          </p:cNvPr>
          <p:cNvSpPr txBox="1"/>
          <p:nvPr/>
        </p:nvSpPr>
        <p:spPr>
          <a:xfrm>
            <a:off x="1800581" y="35427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58" name="Cylinder 57">
            <a:extLst>
              <a:ext uri="{FF2B5EF4-FFF2-40B4-BE49-F238E27FC236}">
                <a16:creationId xmlns:a16="http://schemas.microsoft.com/office/drawing/2014/main" id="{B23428C5-3BC1-C0B0-A8F5-93EE21287708}"/>
              </a:ext>
            </a:extLst>
          </p:cNvPr>
          <p:cNvSpPr/>
          <p:nvPr/>
        </p:nvSpPr>
        <p:spPr>
          <a:xfrm>
            <a:off x="9341949" y="4921020"/>
            <a:ext cx="1407503" cy="996793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 dirty="0" err="1">
                <a:solidFill>
                  <a:srgbClr val="595959"/>
                </a:solidFill>
                <a:latin typeface="Nunito" pitchFamily="2" charset="0"/>
              </a:rPr>
              <a:t>current_week_case_count</a:t>
            </a:r>
            <a:endParaRPr lang="en-SG" sz="1050" dirty="0">
              <a:solidFill>
                <a:srgbClr val="595959"/>
              </a:solidFill>
              <a:latin typeface="Nunito" pitchFamily="2" charset="0"/>
            </a:endParaRPr>
          </a:p>
          <a:p>
            <a:pPr algn="ctr"/>
            <a:r>
              <a:rPr lang="en-SG" sz="1050" dirty="0" err="1">
                <a:solidFill>
                  <a:srgbClr val="595959"/>
                </a:solidFill>
                <a:latin typeface="Nunito" pitchFamily="2" charset="0"/>
              </a:rPr>
              <a:t>vulnerability_index</a:t>
            </a:r>
            <a:endParaRPr lang="en-SG" sz="1050" dirty="0">
              <a:solidFill>
                <a:srgbClr val="595959"/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52E0444-E231-B47F-FC2F-0AE72DA421FD}"/>
              </a:ext>
            </a:extLst>
          </p:cNvPr>
          <p:cNvSpPr txBox="1"/>
          <p:nvPr/>
        </p:nvSpPr>
        <p:spPr>
          <a:xfrm>
            <a:off x="9725740" y="4921020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50" b="1" dirty="0">
                <a:solidFill>
                  <a:srgbClr val="1C334E"/>
                </a:solidFill>
                <a:latin typeface="Nunito" pitchFamily="2" charset="0"/>
              </a:rPr>
              <a:t>REDIS</a:t>
            </a:r>
          </a:p>
        </p:txBody>
      </p:sp>
      <p:cxnSp>
        <p:nvCxnSpPr>
          <p:cNvPr id="60" name="Straight Arrow Connector 89">
            <a:extLst>
              <a:ext uri="{FF2B5EF4-FFF2-40B4-BE49-F238E27FC236}">
                <a16:creationId xmlns:a16="http://schemas.microsoft.com/office/drawing/2014/main" id="{43AA8AC4-D0E9-6F7D-D8D4-7C9FE43BF5CD}"/>
              </a:ext>
            </a:extLst>
          </p:cNvPr>
          <p:cNvCxnSpPr>
            <a:cxnSpLocks/>
            <a:stCxn id="34" idx="4"/>
            <a:endCxn id="9" idx="1"/>
          </p:cNvCxnSpPr>
          <p:nvPr/>
        </p:nvCxnSpPr>
        <p:spPr>
          <a:xfrm>
            <a:off x="6626235" y="3031612"/>
            <a:ext cx="2727609" cy="2211404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7B31821A-148F-ACE5-E859-2031583F4460}"/>
              </a:ext>
            </a:extLst>
          </p:cNvPr>
          <p:cNvSpPr/>
          <p:nvPr/>
        </p:nvSpPr>
        <p:spPr>
          <a:xfrm>
            <a:off x="7156767" y="799544"/>
            <a:ext cx="1800000" cy="3355418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SG" sz="1200" b="1" dirty="0">
                <a:solidFill>
                  <a:srgbClr val="6B7A7A"/>
                </a:solidFill>
                <a:latin typeface="Nunito" pitchFamily="2" charset="0"/>
              </a:rPr>
              <a:t>Feature Engineering</a:t>
            </a:r>
          </a:p>
          <a:p>
            <a:pPr algn="ctr"/>
            <a:endParaRPr lang="en-SG" sz="105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Lag features (weather)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Rolling aggregates (clusters)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Spatial join (clusters × subzones)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Vulnerability index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Label creation</a:t>
            </a:r>
          </a:p>
          <a:p>
            <a:pPr algn="ctr"/>
            <a:endParaRPr lang="en-SG" sz="1050" dirty="0">
              <a:solidFill>
                <a:srgbClr val="6B7A7A"/>
              </a:solidFill>
              <a:latin typeface="Nunito" pitchFamily="2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2B1D4E6-8B87-94EE-2F0C-8D3070EA23CD}"/>
              </a:ext>
            </a:extLst>
          </p:cNvPr>
          <p:cNvSpPr txBox="1"/>
          <p:nvPr/>
        </p:nvSpPr>
        <p:spPr>
          <a:xfrm>
            <a:off x="9227172" y="876925"/>
            <a:ext cx="16475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Used for model dev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43297A3-966B-DF83-C5DE-35C23817B65A}"/>
              </a:ext>
            </a:extLst>
          </p:cNvPr>
          <p:cNvSpPr txBox="1"/>
          <p:nvPr/>
        </p:nvSpPr>
        <p:spPr>
          <a:xfrm>
            <a:off x="9202871" y="2612009"/>
            <a:ext cx="16475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Offline Feature Store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8855B17-245E-A152-B980-CC91E69190C6}"/>
              </a:ext>
            </a:extLst>
          </p:cNvPr>
          <p:cNvSpPr txBox="1"/>
          <p:nvPr/>
        </p:nvSpPr>
        <p:spPr>
          <a:xfrm>
            <a:off x="9202871" y="4686300"/>
            <a:ext cx="16475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Online Feature Store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EC64171D-CBD7-16BB-BCE8-E30042AC2393}"/>
              </a:ext>
            </a:extLst>
          </p:cNvPr>
          <p:cNvSpPr/>
          <p:nvPr/>
        </p:nvSpPr>
        <p:spPr>
          <a:xfrm>
            <a:off x="11766233" y="6591300"/>
            <a:ext cx="5086089" cy="2479820"/>
          </a:xfrm>
          <a:prstGeom prst="roundRect">
            <a:avLst>
              <a:gd name="adj" fmla="val 420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b"/>
          <a:lstStyle/>
          <a:p>
            <a:pPr algn="ctr"/>
            <a:r>
              <a:rPr lang="en-SG" sz="1400" b="1" dirty="0">
                <a:solidFill>
                  <a:srgbClr val="595959"/>
                </a:solidFill>
                <a:latin typeface="Nunito" pitchFamily="2" charset="0"/>
              </a:rPr>
              <a:t>Model Registry (</a:t>
            </a:r>
            <a:r>
              <a:rPr lang="en-SG" sz="1400" b="1" dirty="0" err="1">
                <a:solidFill>
                  <a:srgbClr val="595959"/>
                </a:solidFill>
                <a:latin typeface="Nunito" pitchFamily="2" charset="0"/>
              </a:rPr>
              <a:t>MLflow</a:t>
            </a:r>
            <a:r>
              <a:rPr lang="en-SG" sz="1400" b="1" dirty="0">
                <a:solidFill>
                  <a:srgbClr val="595959"/>
                </a:solidFill>
                <a:latin typeface="Nunito" pitchFamily="2" charset="0"/>
              </a:rPr>
              <a:t>)</a:t>
            </a:r>
          </a:p>
        </p:txBody>
      </p:sp>
      <p:cxnSp>
        <p:nvCxnSpPr>
          <p:cNvPr id="66" name="Straight Arrow Connector 80">
            <a:extLst>
              <a:ext uri="{FF2B5EF4-FFF2-40B4-BE49-F238E27FC236}">
                <a16:creationId xmlns:a16="http://schemas.microsoft.com/office/drawing/2014/main" id="{79E82154-B56C-C139-CDED-182FC7A9705E}"/>
              </a:ext>
            </a:extLst>
          </p:cNvPr>
          <p:cNvCxnSpPr>
            <a:cxnSpLocks/>
            <a:stCxn id="49" idx="3"/>
            <a:endCxn id="80" idx="1"/>
          </p:cNvCxnSpPr>
          <p:nvPr/>
        </p:nvCxnSpPr>
        <p:spPr>
          <a:xfrm>
            <a:off x="10744199" y="1528646"/>
            <a:ext cx="841580" cy="1300231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80">
            <a:extLst>
              <a:ext uri="{FF2B5EF4-FFF2-40B4-BE49-F238E27FC236}">
                <a16:creationId xmlns:a16="http://schemas.microsoft.com/office/drawing/2014/main" id="{CEF0D7E8-3C66-752A-9284-3FE795DB8BC9}"/>
              </a:ext>
            </a:extLst>
          </p:cNvPr>
          <p:cNvCxnSpPr>
            <a:cxnSpLocks/>
            <a:stCxn id="78" idx="2"/>
            <a:endCxn id="77" idx="0"/>
          </p:cNvCxnSpPr>
          <p:nvPr/>
        </p:nvCxnSpPr>
        <p:spPr>
          <a:xfrm rot="16200000" flipH="1">
            <a:off x="12748472" y="5155679"/>
            <a:ext cx="1613229" cy="1938938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: Single Corner Rounded 67">
            <a:extLst>
              <a:ext uri="{FF2B5EF4-FFF2-40B4-BE49-F238E27FC236}">
                <a16:creationId xmlns:a16="http://schemas.microsoft.com/office/drawing/2014/main" id="{DE5406FE-BAD5-F946-3E79-0AB536E0AB56}"/>
              </a:ext>
            </a:extLst>
          </p:cNvPr>
          <p:cNvSpPr/>
          <p:nvPr/>
        </p:nvSpPr>
        <p:spPr>
          <a:xfrm>
            <a:off x="12128417" y="6896100"/>
            <a:ext cx="914400" cy="814481"/>
          </a:xfrm>
          <a:prstGeom prst="round1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100" b="1" dirty="0">
                <a:solidFill>
                  <a:srgbClr val="6B7A7A"/>
                </a:solidFill>
                <a:latin typeface="Nunito" pitchFamily="2" charset="0"/>
              </a:rPr>
              <a:t>model_v1</a:t>
            </a:r>
            <a:endParaRPr lang="en-SG" sz="1100" dirty="0">
              <a:solidFill>
                <a:srgbClr val="6B7A7A"/>
              </a:solidFill>
              <a:latin typeface="Nunito" pitchFamily="2" charset="0"/>
            </a:endParaRPr>
          </a:p>
        </p:txBody>
      </p:sp>
      <p:sp>
        <p:nvSpPr>
          <p:cNvPr id="69" name="Rectangle: Single Corner Rounded 68">
            <a:extLst>
              <a:ext uri="{FF2B5EF4-FFF2-40B4-BE49-F238E27FC236}">
                <a16:creationId xmlns:a16="http://schemas.microsoft.com/office/drawing/2014/main" id="{47044753-D839-D2AB-029C-FC1C92AC4CA3}"/>
              </a:ext>
            </a:extLst>
          </p:cNvPr>
          <p:cNvSpPr/>
          <p:nvPr/>
        </p:nvSpPr>
        <p:spPr>
          <a:xfrm>
            <a:off x="13258800" y="6896100"/>
            <a:ext cx="914400" cy="814481"/>
          </a:xfrm>
          <a:prstGeom prst="round1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100" b="1" dirty="0">
                <a:solidFill>
                  <a:srgbClr val="6B7A7A"/>
                </a:solidFill>
                <a:latin typeface="Nunito" pitchFamily="2" charset="0"/>
              </a:rPr>
              <a:t>model_v2</a:t>
            </a:r>
            <a:endParaRPr lang="en-SG" sz="1100" dirty="0">
              <a:solidFill>
                <a:srgbClr val="6B7A7A"/>
              </a:solidFill>
              <a:latin typeface="Nunito" pitchFamily="2" charset="0"/>
            </a:endParaRPr>
          </a:p>
        </p:txBody>
      </p:sp>
      <p:cxnSp>
        <p:nvCxnSpPr>
          <p:cNvPr id="70" name="Straight Arrow Connector 80">
            <a:extLst>
              <a:ext uri="{FF2B5EF4-FFF2-40B4-BE49-F238E27FC236}">
                <a16:creationId xmlns:a16="http://schemas.microsoft.com/office/drawing/2014/main" id="{74E5B9D3-BA7E-A02F-9496-E5BBDC5D640C}"/>
              </a:ext>
            </a:extLst>
          </p:cNvPr>
          <p:cNvCxnSpPr>
            <a:cxnSpLocks/>
            <a:stCxn id="79" idx="2"/>
            <a:endCxn id="127" idx="0"/>
          </p:cNvCxnSpPr>
          <p:nvPr/>
        </p:nvCxnSpPr>
        <p:spPr>
          <a:xfrm rot="16200000" flipH="1">
            <a:off x="14893670" y="5818446"/>
            <a:ext cx="1583009" cy="583183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71AFED63-C721-A41A-7413-D1A575D52058}"/>
              </a:ext>
            </a:extLst>
          </p:cNvPr>
          <p:cNvSpPr txBox="1"/>
          <p:nvPr/>
        </p:nvSpPr>
        <p:spPr>
          <a:xfrm>
            <a:off x="12533738" y="5402633"/>
            <a:ext cx="1029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output </a:t>
            </a:r>
            <a:r>
              <a:rPr lang="en-SG" sz="1200" b="1" dirty="0">
                <a:solidFill>
                  <a:srgbClr val="1C334E"/>
                </a:solidFill>
                <a:latin typeface="Nunito" pitchFamily="2" charset="0"/>
              </a:rPr>
              <a:t>candidate</a:t>
            </a:r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 model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C01A3F8-6F9F-C3AC-AD7A-BDC7DBE898CF}"/>
              </a:ext>
            </a:extLst>
          </p:cNvPr>
          <p:cNvSpPr txBox="1"/>
          <p:nvPr/>
        </p:nvSpPr>
        <p:spPr>
          <a:xfrm>
            <a:off x="13868400" y="5390244"/>
            <a:ext cx="1029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evaluate </a:t>
            </a:r>
            <a:r>
              <a:rPr lang="en-SG" sz="1200" b="1" dirty="0">
                <a:solidFill>
                  <a:srgbClr val="1C334E"/>
                </a:solidFill>
                <a:latin typeface="Nunito" pitchFamily="2" charset="0"/>
              </a:rPr>
              <a:t>candidate</a:t>
            </a:r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 model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6462E48-2006-CB34-2383-40B871DA96F0}"/>
              </a:ext>
            </a:extLst>
          </p:cNvPr>
          <p:cNvSpPr txBox="1"/>
          <p:nvPr/>
        </p:nvSpPr>
        <p:spPr>
          <a:xfrm>
            <a:off x="15344775" y="5402633"/>
            <a:ext cx="1029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output </a:t>
            </a:r>
            <a:r>
              <a:rPr lang="en-SG" sz="1200" b="1" dirty="0">
                <a:solidFill>
                  <a:srgbClr val="1C334E"/>
                </a:solidFill>
                <a:latin typeface="Nunito" pitchFamily="2" charset="0"/>
              </a:rPr>
              <a:t>promoted</a:t>
            </a:r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 model</a:t>
            </a:r>
          </a:p>
        </p:txBody>
      </p:sp>
      <p:cxnSp>
        <p:nvCxnSpPr>
          <p:cNvPr id="74" name="Straight Arrow Connector 80">
            <a:extLst>
              <a:ext uri="{FF2B5EF4-FFF2-40B4-BE49-F238E27FC236}">
                <a16:creationId xmlns:a16="http://schemas.microsoft.com/office/drawing/2014/main" id="{6D1D89B7-691D-7B48-051C-37250194E86C}"/>
              </a:ext>
            </a:extLst>
          </p:cNvPr>
          <p:cNvCxnSpPr>
            <a:cxnSpLocks/>
            <a:stCxn id="75" idx="0"/>
            <a:endCxn id="76" idx="2"/>
          </p:cNvCxnSpPr>
          <p:nvPr/>
        </p:nvCxnSpPr>
        <p:spPr>
          <a:xfrm rot="16200000" flipV="1">
            <a:off x="14161766" y="6003152"/>
            <a:ext cx="1624253" cy="255017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F6ECD9AE-0FC7-D531-12E1-B58F604D3737}"/>
              </a:ext>
            </a:extLst>
          </p:cNvPr>
          <p:cNvSpPr/>
          <p:nvPr/>
        </p:nvSpPr>
        <p:spPr>
          <a:xfrm>
            <a:off x="15011400" y="6942787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2787DD3-04C6-297B-D7B5-5E550AC35E8B}"/>
              </a:ext>
            </a:extLst>
          </p:cNvPr>
          <p:cNvSpPr/>
          <p:nvPr/>
        </p:nvSpPr>
        <p:spPr>
          <a:xfrm>
            <a:off x="14756383" y="5138534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1DD36BC-C965-A0AA-0DC2-7FDF6C669A0F}"/>
              </a:ext>
            </a:extLst>
          </p:cNvPr>
          <p:cNvSpPr/>
          <p:nvPr/>
        </p:nvSpPr>
        <p:spPr>
          <a:xfrm>
            <a:off x="14434555" y="6931763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2853D9D-0778-1A25-2E07-4EF79D5C96F9}"/>
              </a:ext>
            </a:extLst>
          </p:cNvPr>
          <p:cNvSpPr/>
          <p:nvPr/>
        </p:nvSpPr>
        <p:spPr>
          <a:xfrm>
            <a:off x="12495617" y="5138534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EB8D0D6-E39F-21E5-DA58-30C562CEF265}"/>
              </a:ext>
            </a:extLst>
          </p:cNvPr>
          <p:cNvSpPr/>
          <p:nvPr/>
        </p:nvSpPr>
        <p:spPr>
          <a:xfrm>
            <a:off x="15303583" y="5138534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80" name="Rectangle: Folded Corner 79">
            <a:extLst>
              <a:ext uri="{FF2B5EF4-FFF2-40B4-BE49-F238E27FC236}">
                <a16:creationId xmlns:a16="http://schemas.microsoft.com/office/drawing/2014/main" id="{9B5B2DB6-F9CA-0BC2-8291-9FB856C1F15F}"/>
              </a:ext>
            </a:extLst>
          </p:cNvPr>
          <p:cNvSpPr/>
          <p:nvPr/>
        </p:nvSpPr>
        <p:spPr>
          <a:xfrm>
            <a:off x="11585779" y="324738"/>
            <a:ext cx="2664000" cy="5008278"/>
          </a:xfrm>
          <a:prstGeom prst="foldedCorner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SG" sz="1600" b="1" dirty="0">
                <a:solidFill>
                  <a:srgbClr val="6B7A7A"/>
                </a:solidFill>
                <a:latin typeface="Nunito" pitchFamily="2" charset="0"/>
              </a:rPr>
              <a:t>train.py</a:t>
            </a:r>
          </a:p>
          <a:p>
            <a:pPr algn="ctr"/>
            <a:endParaRPr lang="en-SG" sz="1600" b="1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rgbClr val="6B7A7A"/>
                </a:solidFill>
                <a:latin typeface="Nunito" pitchFamily="2" charset="0"/>
              </a:rPr>
              <a:t>Splits data temporally (Train/Val/Test/OOT)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rgbClr val="6B7A7A"/>
                </a:solidFill>
                <a:latin typeface="Nunito" pitchFamily="2" charset="0"/>
              </a:rPr>
              <a:t>Applies SMOTE on training 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rgbClr val="6B7A7A"/>
                </a:solidFill>
                <a:latin typeface="Nunito" pitchFamily="2" charset="0"/>
              </a:rPr>
              <a:t>Runs 5-fold time-series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rgbClr val="6B7A7A"/>
                </a:solidFill>
                <a:latin typeface="Nunito" pitchFamily="2" charset="0"/>
              </a:rPr>
              <a:t>CV Trains </a:t>
            </a:r>
            <a:r>
              <a:rPr lang="en-SG" sz="1200" dirty="0" err="1">
                <a:solidFill>
                  <a:srgbClr val="6B7A7A"/>
                </a:solidFill>
                <a:latin typeface="Nunito" pitchFamily="2" charset="0"/>
              </a:rPr>
              <a:t>XGBoost</a:t>
            </a:r>
            <a:r>
              <a:rPr lang="en-SG" sz="1200" dirty="0">
                <a:solidFill>
                  <a:srgbClr val="6B7A7A"/>
                </a:solidFill>
                <a:latin typeface="Nunito" pitchFamily="2" charset="0"/>
              </a:rPr>
              <a:t> and </a:t>
            </a:r>
            <a:r>
              <a:rPr lang="en-SG" sz="1200" dirty="0" err="1">
                <a:solidFill>
                  <a:srgbClr val="6B7A7A"/>
                </a:solidFill>
                <a:latin typeface="Nunito" pitchFamily="2" charset="0"/>
              </a:rPr>
              <a:t>LightGBM</a:t>
            </a:r>
            <a:endParaRPr lang="en-SG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 err="1">
                <a:solidFill>
                  <a:srgbClr val="6B7A7A"/>
                </a:solidFill>
                <a:latin typeface="Nunito" pitchFamily="2" charset="0"/>
              </a:rPr>
              <a:t>Optuna</a:t>
            </a:r>
            <a:r>
              <a:rPr lang="en-SG" sz="1200" dirty="0">
                <a:solidFill>
                  <a:srgbClr val="6B7A7A"/>
                </a:solidFill>
                <a:latin typeface="Nunito" pitchFamily="2" charset="0"/>
              </a:rPr>
              <a:t> tunes hyperparameters against validation 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rgbClr val="6B7A7A"/>
                </a:solidFill>
                <a:latin typeface="Nunito" pitchFamily="2" charset="0"/>
              </a:rPr>
              <a:t>All runs logged to </a:t>
            </a:r>
            <a:r>
              <a:rPr lang="en-SG" sz="1200" dirty="0" err="1">
                <a:solidFill>
                  <a:srgbClr val="6B7A7A"/>
                </a:solidFill>
                <a:latin typeface="Nunito" pitchFamily="2" charset="0"/>
              </a:rPr>
              <a:t>MLflow</a:t>
            </a:r>
            <a:endParaRPr lang="en-SG" sz="1600" dirty="0">
              <a:solidFill>
                <a:srgbClr val="6B7A7A"/>
              </a:solidFill>
              <a:latin typeface="Nunito" pitchFamily="2" charset="0"/>
            </a:endParaRPr>
          </a:p>
        </p:txBody>
      </p:sp>
      <p:sp>
        <p:nvSpPr>
          <p:cNvPr id="81" name="Rectangle: Folded Corner 80">
            <a:extLst>
              <a:ext uri="{FF2B5EF4-FFF2-40B4-BE49-F238E27FC236}">
                <a16:creationId xmlns:a16="http://schemas.microsoft.com/office/drawing/2014/main" id="{0A85AB4A-7400-BAB2-E5F0-FB2561D7D39D}"/>
              </a:ext>
            </a:extLst>
          </p:cNvPr>
          <p:cNvSpPr/>
          <p:nvPr/>
        </p:nvSpPr>
        <p:spPr>
          <a:xfrm>
            <a:off x="14404800" y="324737"/>
            <a:ext cx="2664000" cy="5008277"/>
          </a:xfrm>
          <a:prstGeom prst="foldedCorner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SG" sz="1600" b="1" dirty="0">
                <a:solidFill>
                  <a:srgbClr val="6B7A7A"/>
                </a:solidFill>
                <a:latin typeface="Nunito" pitchFamily="2" charset="0"/>
              </a:rPr>
              <a:t>evaluate.py</a:t>
            </a:r>
          </a:p>
          <a:p>
            <a:pPr algn="ctr"/>
            <a:endParaRPr lang="en-SG" sz="1600" b="1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Test set metrics such as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Precision, Recall, F1, AUC-ROC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SHAP values generated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Spatial accuracy check run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Evaluate against OOT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PSI — measures if feature distributions have shifted vs training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CSI — measures if individual feature contributions have shifted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Promotion gate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Recall &gt; 0.70 on test set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OOT perf within acceptable degradation over time (OOT drop &lt; 10pp)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Register as Production in </a:t>
            </a:r>
            <a:r>
              <a:rPr lang="en-US" sz="1200" dirty="0" err="1">
                <a:solidFill>
                  <a:srgbClr val="6B7A7A"/>
                </a:solidFill>
                <a:latin typeface="Nunito" pitchFamily="2" charset="0"/>
              </a:rPr>
              <a:t>Mlflow</a:t>
            </a: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 if </a:t>
            </a:r>
            <a:r>
              <a:rPr lang="en-US" sz="1200" b="1" dirty="0">
                <a:solidFill>
                  <a:srgbClr val="6B7A7A"/>
                </a:solidFill>
                <a:latin typeface="Nunito" pitchFamily="2" charset="0"/>
              </a:rPr>
              <a:t>PASS</a:t>
            </a:r>
          </a:p>
        </p:txBody>
      </p:sp>
      <p:sp>
        <p:nvSpPr>
          <p:cNvPr id="82" name="Rectangle: Single Corner Rounded 81">
            <a:extLst>
              <a:ext uri="{FF2B5EF4-FFF2-40B4-BE49-F238E27FC236}">
                <a16:creationId xmlns:a16="http://schemas.microsoft.com/office/drawing/2014/main" id="{17A14248-39CF-54BF-D7C5-C8AAC8CFA4FC}"/>
              </a:ext>
            </a:extLst>
          </p:cNvPr>
          <p:cNvSpPr/>
          <p:nvPr/>
        </p:nvSpPr>
        <p:spPr>
          <a:xfrm>
            <a:off x="14389183" y="6896100"/>
            <a:ext cx="914400" cy="814481"/>
          </a:xfrm>
          <a:prstGeom prst="round1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100" b="1" dirty="0">
                <a:solidFill>
                  <a:srgbClr val="6B7A7A"/>
                </a:solidFill>
                <a:latin typeface="Nunito" pitchFamily="2" charset="0"/>
              </a:rPr>
              <a:t>model_v3</a:t>
            </a:r>
            <a:endParaRPr lang="en-SG" sz="1100" dirty="0">
              <a:solidFill>
                <a:srgbClr val="6B7A7A"/>
              </a:solidFill>
              <a:latin typeface="Nunito" pitchFamily="2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7B8D178-5655-5B60-1834-D10DE7954494}"/>
              </a:ext>
            </a:extLst>
          </p:cNvPr>
          <p:cNvSpPr txBox="1"/>
          <p:nvPr/>
        </p:nvSpPr>
        <p:spPr>
          <a:xfrm>
            <a:off x="14423653" y="7429501"/>
            <a:ext cx="8454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Candidate</a:t>
            </a:r>
          </a:p>
        </p:txBody>
      </p:sp>
      <p:sp>
        <p:nvSpPr>
          <p:cNvPr id="84" name="Rounded Rectangle 45">
            <a:extLst>
              <a:ext uri="{FF2B5EF4-FFF2-40B4-BE49-F238E27FC236}">
                <a16:creationId xmlns:a16="http://schemas.microsoft.com/office/drawing/2014/main" id="{0132357A-FD71-C98A-F38A-D22374F1CA0A}"/>
              </a:ext>
            </a:extLst>
          </p:cNvPr>
          <p:cNvSpPr/>
          <p:nvPr/>
        </p:nvSpPr>
        <p:spPr>
          <a:xfrm>
            <a:off x="8103960" y="6734970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1B4332"/>
                </a:solidFill>
                <a:latin typeface="Nunito" pitchFamily="2" charset="0"/>
              </a:rPr>
              <a:t>Reads </a:t>
            </a:r>
            <a:r>
              <a:rPr lang="en-US" sz="1000" b="1" dirty="0" err="1">
                <a:solidFill>
                  <a:srgbClr val="1B4332"/>
                </a:solidFill>
                <a:latin typeface="Nunito" pitchFamily="2" charset="0"/>
              </a:rPr>
              <a:t>subzone_features</a:t>
            </a:r>
            <a:endParaRPr lang="en-US" sz="1000" b="1" dirty="0">
              <a:solidFill>
                <a:srgbClr val="1B4332"/>
              </a:solidFill>
              <a:latin typeface="Nunito" pitchFamily="2" charset="0"/>
            </a:endParaRPr>
          </a:p>
          <a:p>
            <a:pPr algn="ctr"/>
            <a:r>
              <a:rPr lang="en-US" sz="1000" i="1" dirty="0">
                <a:solidFill>
                  <a:srgbClr val="6B7A7A"/>
                </a:solidFill>
                <a:latin typeface="Nunito" pitchFamily="2" charset="0"/>
              </a:rPr>
              <a:t>(all 330 subzones)</a:t>
            </a:r>
          </a:p>
        </p:txBody>
      </p:sp>
      <p:cxnSp>
        <p:nvCxnSpPr>
          <p:cNvPr id="85" name="Straight Arrow Connector 80">
            <a:extLst>
              <a:ext uri="{FF2B5EF4-FFF2-40B4-BE49-F238E27FC236}">
                <a16:creationId xmlns:a16="http://schemas.microsoft.com/office/drawing/2014/main" id="{19394A94-5DB2-3DF0-2FE6-07E5CE610721}"/>
              </a:ext>
            </a:extLst>
          </p:cNvPr>
          <p:cNvCxnSpPr>
            <a:cxnSpLocks/>
            <a:stCxn id="11" idx="3"/>
            <a:endCxn id="84" idx="0"/>
          </p:cNvCxnSpPr>
          <p:nvPr/>
        </p:nvCxnSpPr>
        <p:spPr>
          <a:xfrm flipH="1">
            <a:off x="8814480" y="3185168"/>
            <a:ext cx="1934972" cy="3549802"/>
          </a:xfrm>
          <a:prstGeom prst="bentConnector4">
            <a:avLst>
              <a:gd name="adj1" fmla="val -36755"/>
              <a:gd name="adj2" fmla="val 95631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0">
            <a:extLst>
              <a:ext uri="{FF2B5EF4-FFF2-40B4-BE49-F238E27FC236}">
                <a16:creationId xmlns:a16="http://schemas.microsoft.com/office/drawing/2014/main" id="{19CCA68E-FB3E-13BD-29D3-F528D85282A6}"/>
              </a:ext>
            </a:extLst>
          </p:cNvPr>
          <p:cNvCxnSpPr>
            <a:cxnSpLocks/>
            <a:stCxn id="122" idx="1"/>
            <a:endCxn id="84" idx="3"/>
          </p:cNvCxnSpPr>
          <p:nvPr/>
        </p:nvCxnSpPr>
        <p:spPr>
          <a:xfrm rot="10800000">
            <a:off x="9525001" y="7049858"/>
            <a:ext cx="400097" cy="444819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9D510852-F889-5324-9746-BA8D5BF13BCC}"/>
              </a:ext>
            </a:extLst>
          </p:cNvPr>
          <p:cNvCxnSpPr>
            <a:cxnSpLocks/>
            <a:stCxn id="122" idx="3"/>
            <a:endCxn id="8" idx="2"/>
          </p:cNvCxnSpPr>
          <p:nvPr/>
        </p:nvCxnSpPr>
        <p:spPr>
          <a:xfrm>
            <a:off x="11346137" y="7494676"/>
            <a:ext cx="4299163" cy="198768"/>
          </a:xfrm>
          <a:prstGeom prst="bentConnector4">
            <a:avLst>
              <a:gd name="adj1" fmla="val 4937"/>
              <a:gd name="adj2" fmla="val 869917"/>
            </a:avLst>
          </a:prstGeom>
          <a:ln>
            <a:solidFill>
              <a:srgbClr val="1C33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45">
            <a:extLst>
              <a:ext uri="{FF2B5EF4-FFF2-40B4-BE49-F238E27FC236}">
                <a16:creationId xmlns:a16="http://schemas.microsoft.com/office/drawing/2014/main" id="{6141CC98-EFD9-0586-CD8D-B2F77417DEC1}"/>
              </a:ext>
            </a:extLst>
          </p:cNvPr>
          <p:cNvSpPr/>
          <p:nvPr/>
        </p:nvSpPr>
        <p:spPr>
          <a:xfrm>
            <a:off x="8103960" y="7677526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1B4332"/>
                </a:solidFill>
                <a:latin typeface="Nunito" pitchFamily="2" charset="0"/>
              </a:rPr>
              <a:t>Model loaded from </a:t>
            </a:r>
            <a:r>
              <a:rPr lang="en-US" sz="1000" b="1" dirty="0" err="1">
                <a:solidFill>
                  <a:srgbClr val="1B4332"/>
                </a:solidFill>
                <a:latin typeface="Nunito" pitchFamily="2" charset="0"/>
              </a:rPr>
              <a:t>MLflow</a:t>
            </a:r>
            <a:endParaRPr lang="en-US" sz="1000" i="1" dirty="0">
              <a:solidFill>
                <a:srgbClr val="6B7A7A"/>
              </a:solidFill>
              <a:latin typeface="Nunito" pitchFamily="2" charset="0"/>
            </a:endParaRPr>
          </a:p>
        </p:txBody>
      </p:sp>
      <p:cxnSp>
        <p:nvCxnSpPr>
          <p:cNvPr id="89" name="Straight Arrow Connector 80">
            <a:extLst>
              <a:ext uri="{FF2B5EF4-FFF2-40B4-BE49-F238E27FC236}">
                <a16:creationId xmlns:a16="http://schemas.microsoft.com/office/drawing/2014/main" id="{D7D6C28F-AD92-874E-0A9E-35899F169A2B}"/>
              </a:ext>
            </a:extLst>
          </p:cNvPr>
          <p:cNvCxnSpPr>
            <a:cxnSpLocks/>
            <a:stCxn id="122" idx="1"/>
            <a:endCxn id="88" idx="3"/>
          </p:cNvCxnSpPr>
          <p:nvPr/>
        </p:nvCxnSpPr>
        <p:spPr>
          <a:xfrm rot="10800000" flipV="1">
            <a:off x="9525001" y="7494675"/>
            <a:ext cx="400097" cy="497737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0">
            <a:extLst>
              <a:ext uri="{FF2B5EF4-FFF2-40B4-BE49-F238E27FC236}">
                <a16:creationId xmlns:a16="http://schemas.microsoft.com/office/drawing/2014/main" id="{FB3D881B-156A-2038-6928-AAAA23E960F1}"/>
              </a:ext>
            </a:extLst>
          </p:cNvPr>
          <p:cNvCxnSpPr>
            <a:cxnSpLocks/>
            <a:stCxn id="84" idx="1"/>
            <a:endCxn id="92" idx="4"/>
          </p:cNvCxnSpPr>
          <p:nvPr/>
        </p:nvCxnSpPr>
        <p:spPr>
          <a:xfrm rot="10800000">
            <a:off x="6879192" y="5756449"/>
            <a:ext cx="1224769" cy="1293408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80">
            <a:extLst>
              <a:ext uri="{FF2B5EF4-FFF2-40B4-BE49-F238E27FC236}">
                <a16:creationId xmlns:a16="http://schemas.microsoft.com/office/drawing/2014/main" id="{79FC04B6-5023-C662-707B-EDD3A5B5D00A}"/>
              </a:ext>
            </a:extLst>
          </p:cNvPr>
          <p:cNvCxnSpPr>
            <a:cxnSpLocks/>
            <a:stCxn id="88" idx="1"/>
            <a:endCxn id="92" idx="4"/>
          </p:cNvCxnSpPr>
          <p:nvPr/>
        </p:nvCxnSpPr>
        <p:spPr>
          <a:xfrm rot="10800000">
            <a:off x="6879192" y="5756449"/>
            <a:ext cx="1224769" cy="2235964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Cylinder 91">
            <a:extLst>
              <a:ext uri="{FF2B5EF4-FFF2-40B4-BE49-F238E27FC236}">
                <a16:creationId xmlns:a16="http://schemas.microsoft.com/office/drawing/2014/main" id="{465AE010-46CE-80EC-F564-8B732B038BE4}"/>
              </a:ext>
            </a:extLst>
          </p:cNvPr>
          <p:cNvSpPr/>
          <p:nvPr/>
        </p:nvSpPr>
        <p:spPr>
          <a:xfrm>
            <a:off x="5799191" y="5378798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risk_tier</a:t>
            </a:r>
            <a:endParaRPr lang="en-SG" sz="120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860CF46-9881-B00A-4933-5FCFF24ED1FA}"/>
              </a:ext>
            </a:extLst>
          </p:cNvPr>
          <p:cNvSpPr txBox="1"/>
          <p:nvPr/>
        </p:nvSpPr>
        <p:spPr>
          <a:xfrm>
            <a:off x="5982132" y="5351158"/>
            <a:ext cx="7120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FB74BAA-AE2F-F052-6F90-6C3712ABB630}"/>
              </a:ext>
            </a:extLst>
          </p:cNvPr>
          <p:cNvSpPr txBox="1"/>
          <p:nvPr/>
        </p:nvSpPr>
        <p:spPr>
          <a:xfrm>
            <a:off x="7467600" y="7154213"/>
            <a:ext cx="795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scores and output</a:t>
            </a:r>
          </a:p>
        </p:txBody>
      </p:sp>
      <p:pic>
        <p:nvPicPr>
          <p:cNvPr id="95" name="Picture 94" descr="Dashboard Icon PNG Images, Vectors Free Download - Pngtree">
            <a:extLst>
              <a:ext uri="{FF2B5EF4-FFF2-40B4-BE49-F238E27FC236}">
                <a16:creationId xmlns:a16="http://schemas.microsoft.com/office/drawing/2014/main" id="{82E6EA9C-6062-82EF-09CD-6772107301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47" t="15601" r="7810" b="14900"/>
          <a:stretch>
            <a:fillRect/>
          </a:stretch>
        </p:blipFill>
        <p:spPr>
          <a:xfrm>
            <a:off x="5709413" y="6942670"/>
            <a:ext cx="1235273" cy="1010678"/>
          </a:xfrm>
          <a:prstGeom prst="rect">
            <a:avLst/>
          </a:prstGeom>
        </p:spPr>
      </p:pic>
      <p:cxnSp>
        <p:nvCxnSpPr>
          <p:cNvPr id="96" name="Straight Arrow Connector 80">
            <a:extLst>
              <a:ext uri="{FF2B5EF4-FFF2-40B4-BE49-F238E27FC236}">
                <a16:creationId xmlns:a16="http://schemas.microsoft.com/office/drawing/2014/main" id="{28FCABE1-C4F8-2832-F20B-FA14C177CBAB}"/>
              </a:ext>
            </a:extLst>
          </p:cNvPr>
          <p:cNvCxnSpPr>
            <a:cxnSpLocks/>
            <a:stCxn id="92" idx="3"/>
            <a:endCxn id="95" idx="0"/>
          </p:cNvCxnSpPr>
          <p:nvPr/>
        </p:nvCxnSpPr>
        <p:spPr>
          <a:xfrm rot="5400000">
            <a:off x="5928836" y="6532315"/>
            <a:ext cx="808570" cy="12141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D9A7A980-6942-576B-EF64-F3B67B9C436D}"/>
              </a:ext>
            </a:extLst>
          </p:cNvPr>
          <p:cNvSpPr/>
          <p:nvPr/>
        </p:nvSpPr>
        <p:spPr>
          <a:xfrm>
            <a:off x="6052763" y="6290491"/>
            <a:ext cx="540000" cy="384280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000" b="1" dirty="0">
                <a:solidFill>
                  <a:srgbClr val="6B7A7A"/>
                </a:solidFill>
                <a:latin typeface="Nunito" pitchFamily="2" charset="0"/>
              </a:rPr>
              <a:t>API</a:t>
            </a:r>
            <a:endParaRPr lang="en-US" sz="80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</p:txBody>
      </p:sp>
      <p:pic>
        <p:nvPicPr>
          <p:cNvPr id="98" name="Picture 97" descr="Sign Up for Banking Account Alerts | Community First Credit Union">
            <a:extLst>
              <a:ext uri="{FF2B5EF4-FFF2-40B4-BE49-F238E27FC236}">
                <a16:creationId xmlns:a16="http://schemas.microsoft.com/office/drawing/2014/main" id="{5B1E21ED-9721-F63F-9FD0-EDCD9F5CDE8D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1261" t="10517" r="24760" b="12979"/>
          <a:stretch>
            <a:fillRect/>
          </a:stretch>
        </p:blipFill>
        <p:spPr>
          <a:xfrm>
            <a:off x="3440616" y="7031059"/>
            <a:ext cx="841457" cy="795055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F527B302-41F0-D1B9-730D-1CC47B39E6B2}"/>
              </a:ext>
            </a:extLst>
          </p:cNvPr>
          <p:cNvSpPr txBox="1"/>
          <p:nvPr/>
        </p:nvSpPr>
        <p:spPr>
          <a:xfrm>
            <a:off x="5801359" y="7968213"/>
            <a:ext cx="10916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b="1" dirty="0">
                <a:solidFill>
                  <a:srgbClr val="1C334E"/>
                </a:solidFill>
                <a:latin typeface="Nunito" pitchFamily="2" charset="0"/>
              </a:rPr>
              <a:t>Dashboard</a:t>
            </a:r>
          </a:p>
        </p:txBody>
      </p:sp>
      <p:sp>
        <p:nvSpPr>
          <p:cNvPr id="100" name="Rounded Rectangle 45">
            <a:extLst>
              <a:ext uri="{FF2B5EF4-FFF2-40B4-BE49-F238E27FC236}">
                <a16:creationId xmlns:a16="http://schemas.microsoft.com/office/drawing/2014/main" id="{22BB6622-FB71-F428-59B8-B70DA2B8DA83}"/>
              </a:ext>
            </a:extLst>
          </p:cNvPr>
          <p:cNvSpPr/>
          <p:nvPr/>
        </p:nvSpPr>
        <p:spPr>
          <a:xfrm>
            <a:off x="9906000" y="9059213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1B4332"/>
                </a:solidFill>
                <a:latin typeface="Nunito" pitchFamily="2" charset="0"/>
              </a:rPr>
              <a:t>Model loaded at start-up and stored in memory.</a:t>
            </a:r>
            <a:endParaRPr lang="en-US" sz="1000" i="1" dirty="0">
              <a:solidFill>
                <a:srgbClr val="6B7A7A"/>
              </a:solidFill>
              <a:latin typeface="Nunito" pitchFamily="2" charset="0"/>
            </a:endParaRPr>
          </a:p>
        </p:txBody>
      </p: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72E38CDF-1908-D2AA-2895-F58BCE486541}"/>
              </a:ext>
            </a:extLst>
          </p:cNvPr>
          <p:cNvCxnSpPr>
            <a:cxnSpLocks/>
            <a:stCxn id="100" idx="3"/>
            <a:endCxn id="7" idx="2"/>
          </p:cNvCxnSpPr>
          <p:nvPr/>
        </p:nvCxnSpPr>
        <p:spPr>
          <a:xfrm flipV="1">
            <a:off x="11327040" y="7710582"/>
            <a:ext cx="4991692" cy="1663518"/>
          </a:xfrm>
          <a:prstGeom prst="bentConnector2">
            <a:avLst/>
          </a:prstGeom>
          <a:ln>
            <a:solidFill>
              <a:srgbClr val="1C33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45">
            <a:extLst>
              <a:ext uri="{FF2B5EF4-FFF2-40B4-BE49-F238E27FC236}">
                <a16:creationId xmlns:a16="http://schemas.microsoft.com/office/drawing/2014/main" id="{9BD3EEB0-C3AE-94CB-D377-45D21B2F9276}"/>
              </a:ext>
            </a:extLst>
          </p:cNvPr>
          <p:cNvSpPr/>
          <p:nvPr/>
        </p:nvSpPr>
        <p:spPr>
          <a:xfrm>
            <a:off x="8096377" y="9059213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1B4332"/>
                </a:solidFill>
                <a:latin typeface="Nunito" pitchFamily="2" charset="0"/>
              </a:rPr>
              <a:t>Reads both </a:t>
            </a:r>
            <a:r>
              <a:rPr lang="en-US" sz="1000" b="1" dirty="0" err="1">
                <a:solidFill>
                  <a:srgbClr val="1B4332"/>
                </a:solidFill>
                <a:latin typeface="Nunito" pitchFamily="2" charset="0"/>
              </a:rPr>
              <a:t>subzone_features</a:t>
            </a:r>
            <a:endParaRPr lang="en-US" sz="1000" b="1" dirty="0">
              <a:solidFill>
                <a:srgbClr val="1B4332"/>
              </a:solidFill>
              <a:latin typeface="Nunito" pitchFamily="2" charset="0"/>
            </a:endParaRPr>
          </a:p>
          <a:p>
            <a:pPr algn="ctr"/>
            <a:r>
              <a:rPr lang="en-US" sz="1000" b="1" dirty="0">
                <a:solidFill>
                  <a:srgbClr val="1B4332"/>
                </a:solidFill>
                <a:latin typeface="Nunito" pitchFamily="2" charset="0"/>
              </a:rPr>
              <a:t>and REDIS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61033CD-ED34-9AF2-82D7-6CDD3B130D4B}"/>
              </a:ext>
            </a:extLst>
          </p:cNvPr>
          <p:cNvSpPr txBox="1"/>
          <p:nvPr/>
        </p:nvSpPr>
        <p:spPr>
          <a:xfrm>
            <a:off x="3324859" y="7838301"/>
            <a:ext cx="10916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b="1" dirty="0">
                <a:solidFill>
                  <a:srgbClr val="1C334E"/>
                </a:solidFill>
                <a:latin typeface="Nunito" pitchFamily="2" charset="0"/>
              </a:rPr>
              <a:t>Mobile Alert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AFA20C4-24F5-6A0C-049D-C4513334C461}"/>
              </a:ext>
            </a:extLst>
          </p:cNvPr>
          <p:cNvSpPr txBox="1"/>
          <p:nvPr/>
        </p:nvSpPr>
        <p:spPr>
          <a:xfrm>
            <a:off x="49079" y="4612889"/>
            <a:ext cx="15511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Operational Data</a:t>
            </a:r>
          </a:p>
        </p:txBody>
      </p:sp>
      <p:sp>
        <p:nvSpPr>
          <p:cNvPr id="105" name="Cylinder 104">
            <a:extLst>
              <a:ext uri="{FF2B5EF4-FFF2-40B4-BE49-F238E27FC236}">
                <a16:creationId xmlns:a16="http://schemas.microsoft.com/office/drawing/2014/main" id="{402EEFD5-6A3A-FD2E-6536-B16DF9E79096}"/>
              </a:ext>
            </a:extLst>
          </p:cNvPr>
          <p:cNvSpPr/>
          <p:nvPr/>
        </p:nvSpPr>
        <p:spPr>
          <a:xfrm>
            <a:off x="990600" y="5371001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confirmed</a:t>
            </a:r>
          </a:p>
          <a:p>
            <a:pPr algn="ctr"/>
            <a:r>
              <a:rPr lang="en-SG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cases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1C30EF6-6196-2EF7-ABAE-A2207FAF1FE9}"/>
              </a:ext>
            </a:extLst>
          </p:cNvPr>
          <p:cNvSpPr txBox="1"/>
          <p:nvPr/>
        </p:nvSpPr>
        <p:spPr>
          <a:xfrm>
            <a:off x="1175080" y="5352656"/>
            <a:ext cx="7120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107" name="Cylinder 106">
            <a:extLst>
              <a:ext uri="{FF2B5EF4-FFF2-40B4-BE49-F238E27FC236}">
                <a16:creationId xmlns:a16="http://schemas.microsoft.com/office/drawing/2014/main" id="{392DD850-E316-D3B3-BEA8-E95F6084D90D}"/>
              </a:ext>
            </a:extLst>
          </p:cNvPr>
          <p:cNvSpPr/>
          <p:nvPr/>
        </p:nvSpPr>
        <p:spPr>
          <a:xfrm>
            <a:off x="3352800" y="5338298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vulnerability</a:t>
            </a:r>
          </a:p>
          <a:p>
            <a:pPr algn="ctr"/>
            <a:r>
              <a:rPr lang="en-SG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alerts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1769066-3B51-0821-1CA2-477BF5ADAD6C}"/>
              </a:ext>
            </a:extLst>
          </p:cNvPr>
          <p:cNvSpPr txBox="1"/>
          <p:nvPr/>
        </p:nvSpPr>
        <p:spPr>
          <a:xfrm>
            <a:off x="3536773" y="5325818"/>
            <a:ext cx="7120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0310409-B2AE-CC2B-51F7-FD642482D71E}"/>
              </a:ext>
            </a:extLst>
          </p:cNvPr>
          <p:cNvSpPr txBox="1"/>
          <p:nvPr/>
        </p:nvSpPr>
        <p:spPr>
          <a:xfrm>
            <a:off x="-43911" y="7523704"/>
            <a:ext cx="1034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b="1" dirty="0">
                <a:solidFill>
                  <a:srgbClr val="1C334E"/>
                </a:solidFill>
                <a:latin typeface="Nunito" pitchFamily="2" charset="0"/>
              </a:rPr>
              <a:t>Submission from Hospitals</a:t>
            </a:r>
          </a:p>
        </p:txBody>
      </p:sp>
      <p:sp>
        <p:nvSpPr>
          <p:cNvPr id="110" name="Flowchart: Document 109">
            <a:extLst>
              <a:ext uri="{FF2B5EF4-FFF2-40B4-BE49-F238E27FC236}">
                <a16:creationId xmlns:a16="http://schemas.microsoft.com/office/drawing/2014/main" id="{47458C56-946C-1727-6AD2-0755829D0A8E}"/>
              </a:ext>
            </a:extLst>
          </p:cNvPr>
          <p:cNvSpPr/>
          <p:nvPr/>
        </p:nvSpPr>
        <p:spPr>
          <a:xfrm>
            <a:off x="55665" y="6845547"/>
            <a:ext cx="844355" cy="6850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confirmed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cases</a:t>
            </a:r>
          </a:p>
        </p:txBody>
      </p:sp>
      <p:cxnSp>
        <p:nvCxnSpPr>
          <p:cNvPr id="111" name="Straight Arrow Connector 80">
            <a:extLst>
              <a:ext uri="{FF2B5EF4-FFF2-40B4-BE49-F238E27FC236}">
                <a16:creationId xmlns:a16="http://schemas.microsoft.com/office/drawing/2014/main" id="{280F3E0B-0D2F-9D77-482A-02DC492B2079}"/>
              </a:ext>
            </a:extLst>
          </p:cNvPr>
          <p:cNvCxnSpPr>
            <a:cxnSpLocks/>
            <a:stCxn id="110" idx="0"/>
            <a:endCxn id="105" idx="2"/>
          </p:cNvCxnSpPr>
          <p:nvPr/>
        </p:nvCxnSpPr>
        <p:spPr>
          <a:xfrm rot="5400000" flipH="1" flipV="1">
            <a:off x="185774" y="6040722"/>
            <a:ext cx="1096895" cy="512757"/>
          </a:xfrm>
          <a:prstGeom prst="bentConnector2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3711AE77-31AB-17E6-31F5-FE1FCE50F4F6}"/>
              </a:ext>
            </a:extLst>
          </p:cNvPr>
          <p:cNvSpPr/>
          <p:nvPr/>
        </p:nvSpPr>
        <p:spPr>
          <a:xfrm>
            <a:off x="252709" y="6273155"/>
            <a:ext cx="540000" cy="384280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000" b="1" dirty="0">
                <a:solidFill>
                  <a:srgbClr val="6B7A7A"/>
                </a:solidFill>
                <a:latin typeface="Nunito" pitchFamily="2" charset="0"/>
              </a:rPr>
              <a:t>API</a:t>
            </a:r>
            <a:endParaRPr lang="en-US" sz="80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</p:txBody>
      </p:sp>
      <p:cxnSp>
        <p:nvCxnSpPr>
          <p:cNvPr id="113" name="Straight Arrow Connector 80">
            <a:extLst>
              <a:ext uri="{FF2B5EF4-FFF2-40B4-BE49-F238E27FC236}">
                <a16:creationId xmlns:a16="http://schemas.microsoft.com/office/drawing/2014/main" id="{820D0531-5583-DDDF-65C2-6D4A65D0780B}"/>
              </a:ext>
            </a:extLst>
          </p:cNvPr>
          <p:cNvCxnSpPr>
            <a:cxnSpLocks/>
            <a:stCxn id="106" idx="0"/>
            <a:endCxn id="10" idx="1"/>
          </p:cNvCxnSpPr>
          <p:nvPr/>
        </p:nvCxnSpPr>
        <p:spPr>
          <a:xfrm rot="16200000" flipH="1">
            <a:off x="5260153" y="1623609"/>
            <a:ext cx="364643" cy="7822737"/>
          </a:xfrm>
          <a:prstGeom prst="bentConnector4">
            <a:avLst>
              <a:gd name="adj1" fmla="val -141055"/>
              <a:gd name="adj2" fmla="val 79672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3C8EAFCC-DDEE-E23A-A886-FF563BD73961}"/>
              </a:ext>
            </a:extLst>
          </p:cNvPr>
          <p:cNvSpPr txBox="1"/>
          <p:nvPr/>
        </p:nvSpPr>
        <p:spPr>
          <a:xfrm>
            <a:off x="2731469" y="4727916"/>
            <a:ext cx="4531795" cy="246221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>
            <a:defPPr>
              <a:defRPr lang="en-US"/>
            </a:defPPr>
            <a:lvl1pPr algn="ctr">
              <a:defRPr sz="1000" b="1">
                <a:solidFill>
                  <a:srgbClr val="6B7A7A"/>
                </a:solidFill>
                <a:latin typeface="Nunito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 err="1"/>
              <a:t>FastAPI</a:t>
            </a:r>
            <a:r>
              <a:rPr lang="en-US" dirty="0"/>
              <a:t> updates Redis</a:t>
            </a:r>
            <a:r>
              <a:rPr lang="en-US" b="0" dirty="0"/>
              <a:t>: </a:t>
            </a:r>
            <a:r>
              <a:rPr lang="en-US" b="0" dirty="0" err="1"/>
              <a:t>current_week_case_count</a:t>
            </a:r>
            <a:r>
              <a:rPr lang="en-US" b="0" dirty="0"/>
              <a:t> + 1 for that subzone</a:t>
            </a:r>
            <a:endParaRPr lang="en-SG" b="0" dirty="0"/>
          </a:p>
        </p:txBody>
      </p:sp>
      <p:cxnSp>
        <p:nvCxnSpPr>
          <p:cNvPr id="115" name="Straight Arrow Connector 80">
            <a:extLst>
              <a:ext uri="{FF2B5EF4-FFF2-40B4-BE49-F238E27FC236}">
                <a16:creationId xmlns:a16="http://schemas.microsoft.com/office/drawing/2014/main" id="{EA3B6C90-D608-56FF-3B7C-5C23A312936C}"/>
              </a:ext>
            </a:extLst>
          </p:cNvPr>
          <p:cNvCxnSpPr>
            <a:cxnSpLocks/>
            <a:stCxn id="107" idx="3"/>
            <a:endCxn id="98" idx="0"/>
          </p:cNvCxnSpPr>
          <p:nvPr/>
        </p:nvCxnSpPr>
        <p:spPr>
          <a:xfrm rot="5400000">
            <a:off x="3408344" y="6546602"/>
            <a:ext cx="937459" cy="31455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CF69EE1-A526-F762-A45F-C1424482D820}"/>
              </a:ext>
            </a:extLst>
          </p:cNvPr>
          <p:cNvSpPr/>
          <p:nvPr/>
        </p:nvSpPr>
        <p:spPr>
          <a:xfrm>
            <a:off x="3416563" y="6328590"/>
            <a:ext cx="869675" cy="384280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000" b="1" dirty="0">
                <a:solidFill>
                  <a:srgbClr val="6B7A7A"/>
                </a:solidFill>
                <a:latin typeface="Nunito" pitchFamily="2" charset="0"/>
              </a:rPr>
              <a:t>AWS SNS Push</a:t>
            </a:r>
            <a:endParaRPr lang="en-US" sz="80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</p:txBody>
      </p:sp>
      <p:cxnSp>
        <p:nvCxnSpPr>
          <p:cNvPr id="117" name="Straight Arrow Connector 80">
            <a:extLst>
              <a:ext uri="{FF2B5EF4-FFF2-40B4-BE49-F238E27FC236}">
                <a16:creationId xmlns:a16="http://schemas.microsoft.com/office/drawing/2014/main" id="{6576EF7C-FA1F-057B-0B27-DA7C25FC48A8}"/>
              </a:ext>
            </a:extLst>
          </p:cNvPr>
          <p:cNvCxnSpPr>
            <a:cxnSpLocks/>
            <a:stCxn id="100" idx="1"/>
            <a:endCxn id="102" idx="3"/>
          </p:cNvCxnSpPr>
          <p:nvPr/>
        </p:nvCxnSpPr>
        <p:spPr>
          <a:xfrm flipH="1">
            <a:off x="9517417" y="9374100"/>
            <a:ext cx="388583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80">
            <a:extLst>
              <a:ext uri="{FF2B5EF4-FFF2-40B4-BE49-F238E27FC236}">
                <a16:creationId xmlns:a16="http://schemas.microsoft.com/office/drawing/2014/main" id="{B128EBFB-39BB-9A4F-1325-F511D67163F4}"/>
              </a:ext>
            </a:extLst>
          </p:cNvPr>
          <p:cNvCxnSpPr>
            <a:cxnSpLocks/>
            <a:stCxn id="102" idx="1"/>
            <a:endCxn id="107" idx="4"/>
          </p:cNvCxnSpPr>
          <p:nvPr/>
        </p:nvCxnSpPr>
        <p:spPr>
          <a:xfrm rot="10800000">
            <a:off x="4432801" y="5715950"/>
            <a:ext cx="3663577" cy="3658151"/>
          </a:xfrm>
          <a:prstGeom prst="bentConnector3">
            <a:avLst>
              <a:gd name="adj1" fmla="val 80852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74B23FC3-D32B-4AAB-AD60-856AAE98D82F}"/>
              </a:ext>
            </a:extLst>
          </p:cNvPr>
          <p:cNvSpPr txBox="1"/>
          <p:nvPr/>
        </p:nvSpPr>
        <p:spPr>
          <a:xfrm>
            <a:off x="5078476" y="8991600"/>
            <a:ext cx="2589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model scores subzone</a:t>
            </a:r>
          </a:p>
          <a:p>
            <a:r>
              <a:rPr lang="en-US" sz="1200" dirty="0">
                <a:solidFill>
                  <a:srgbClr val="1C334E"/>
                </a:solidFill>
                <a:latin typeface="Nunito" pitchFamily="2" charset="0"/>
              </a:rPr>
              <a:t>Pushed only if score &gt; threshold</a:t>
            </a:r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 </a:t>
            </a:r>
          </a:p>
        </p:txBody>
      </p:sp>
      <p:cxnSp>
        <p:nvCxnSpPr>
          <p:cNvPr id="120" name="Straight Arrow Connector 80">
            <a:extLst>
              <a:ext uri="{FF2B5EF4-FFF2-40B4-BE49-F238E27FC236}">
                <a16:creationId xmlns:a16="http://schemas.microsoft.com/office/drawing/2014/main" id="{D7689315-8BF2-1F8E-D21E-9CA1097E0498}"/>
              </a:ext>
            </a:extLst>
          </p:cNvPr>
          <p:cNvCxnSpPr>
            <a:cxnSpLocks/>
            <a:stCxn id="12" idx="3"/>
            <a:endCxn id="14" idx="0"/>
          </p:cNvCxnSpPr>
          <p:nvPr/>
        </p:nvCxnSpPr>
        <p:spPr>
          <a:xfrm flipH="1">
            <a:off x="9317172" y="3600821"/>
            <a:ext cx="1432280" cy="5471786"/>
          </a:xfrm>
          <a:prstGeom prst="bentConnector4">
            <a:avLst>
              <a:gd name="adj1" fmla="val -39015"/>
              <a:gd name="adj2" fmla="val 94921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80">
            <a:extLst>
              <a:ext uri="{FF2B5EF4-FFF2-40B4-BE49-F238E27FC236}">
                <a16:creationId xmlns:a16="http://schemas.microsoft.com/office/drawing/2014/main" id="{FCDAFF75-5A63-3BB7-3035-C487476FCBE9}"/>
              </a:ext>
            </a:extLst>
          </p:cNvPr>
          <p:cNvCxnSpPr>
            <a:cxnSpLocks/>
            <a:stCxn id="58" idx="4"/>
            <a:endCxn id="13" idx="0"/>
          </p:cNvCxnSpPr>
          <p:nvPr/>
        </p:nvCxnSpPr>
        <p:spPr>
          <a:xfrm flipH="1">
            <a:off x="9054000" y="5419417"/>
            <a:ext cx="1695452" cy="3651703"/>
          </a:xfrm>
          <a:prstGeom prst="bentConnector4">
            <a:avLst>
              <a:gd name="adj1" fmla="val -24157"/>
              <a:gd name="adj2" fmla="val 88124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ounded Rectangle 45">
            <a:extLst>
              <a:ext uri="{FF2B5EF4-FFF2-40B4-BE49-F238E27FC236}">
                <a16:creationId xmlns:a16="http://schemas.microsoft.com/office/drawing/2014/main" id="{69A1A310-D7FA-C384-A473-467A061F2E35}"/>
              </a:ext>
            </a:extLst>
          </p:cNvPr>
          <p:cNvSpPr/>
          <p:nvPr/>
        </p:nvSpPr>
        <p:spPr>
          <a:xfrm>
            <a:off x="9925097" y="7179789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1B4332"/>
                </a:solidFill>
                <a:latin typeface="Nunito" pitchFamily="2" charset="0"/>
              </a:rPr>
              <a:t>Airflow trigger</a:t>
            </a:r>
          </a:p>
          <a:p>
            <a:pPr algn="ctr"/>
            <a:r>
              <a:rPr lang="en-US" sz="1000" i="1" dirty="0">
                <a:solidFill>
                  <a:srgbClr val="6B7A7A"/>
                </a:solidFill>
                <a:latin typeface="Nunito" pitchFamily="2" charset="0"/>
              </a:rPr>
              <a:t>Mon 06:00 SGT</a:t>
            </a:r>
          </a:p>
        </p:txBody>
      </p:sp>
      <p:sp>
        <p:nvSpPr>
          <p:cNvPr id="123" name="Rounded Rectangle 45">
            <a:extLst>
              <a:ext uri="{FF2B5EF4-FFF2-40B4-BE49-F238E27FC236}">
                <a16:creationId xmlns:a16="http://schemas.microsoft.com/office/drawing/2014/main" id="{AEADC04C-5B27-D8A5-1301-27EDA01F3892}"/>
              </a:ext>
            </a:extLst>
          </p:cNvPr>
          <p:cNvSpPr/>
          <p:nvPr/>
        </p:nvSpPr>
        <p:spPr>
          <a:xfrm>
            <a:off x="65748" y="8982441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1B4332"/>
                </a:solidFill>
                <a:latin typeface="Nunito" pitchFamily="2" charset="0"/>
              </a:rPr>
              <a:t>Airflow trigger</a:t>
            </a:r>
          </a:p>
          <a:p>
            <a:pPr algn="ctr"/>
            <a:r>
              <a:rPr lang="en-US" sz="1000" i="1" dirty="0">
                <a:solidFill>
                  <a:srgbClr val="6B7A7A"/>
                </a:solidFill>
                <a:latin typeface="Nunito" pitchFamily="2" charset="0"/>
              </a:rPr>
              <a:t>Wed 06:00 SGT</a:t>
            </a:r>
          </a:p>
        </p:txBody>
      </p:sp>
      <p:cxnSp>
        <p:nvCxnSpPr>
          <p:cNvPr id="124" name="Straight Arrow Connector 80">
            <a:extLst>
              <a:ext uri="{FF2B5EF4-FFF2-40B4-BE49-F238E27FC236}">
                <a16:creationId xmlns:a16="http://schemas.microsoft.com/office/drawing/2014/main" id="{FEFF8529-1132-0A6F-9889-0C053DC867A1}"/>
              </a:ext>
            </a:extLst>
          </p:cNvPr>
          <p:cNvCxnSpPr>
            <a:cxnSpLocks/>
            <a:stCxn id="123" idx="3"/>
            <a:endCxn id="126" idx="1"/>
          </p:cNvCxnSpPr>
          <p:nvPr/>
        </p:nvCxnSpPr>
        <p:spPr>
          <a:xfrm>
            <a:off x="1486788" y="9297328"/>
            <a:ext cx="512617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80">
            <a:extLst>
              <a:ext uri="{FF2B5EF4-FFF2-40B4-BE49-F238E27FC236}">
                <a16:creationId xmlns:a16="http://schemas.microsoft.com/office/drawing/2014/main" id="{C49C5420-348A-FCEF-DB60-66231057F998}"/>
              </a:ext>
            </a:extLst>
          </p:cNvPr>
          <p:cNvCxnSpPr>
            <a:cxnSpLocks/>
            <a:stCxn id="6" idx="3"/>
            <a:endCxn id="80" idx="0"/>
          </p:cNvCxnSpPr>
          <p:nvPr/>
        </p:nvCxnSpPr>
        <p:spPr>
          <a:xfrm flipV="1">
            <a:off x="4218600" y="324738"/>
            <a:ext cx="8699179" cy="9757962"/>
          </a:xfrm>
          <a:prstGeom prst="bentConnector4">
            <a:avLst>
              <a:gd name="adj1" fmla="val 148771"/>
              <a:gd name="adj2" fmla="val 102343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Folded Corner 125">
            <a:extLst>
              <a:ext uri="{FF2B5EF4-FFF2-40B4-BE49-F238E27FC236}">
                <a16:creationId xmlns:a16="http://schemas.microsoft.com/office/drawing/2014/main" id="{F237AD7D-D1B8-B35D-75A2-27EEA7CA1F00}"/>
              </a:ext>
            </a:extLst>
          </p:cNvPr>
          <p:cNvSpPr/>
          <p:nvPr/>
        </p:nvSpPr>
        <p:spPr>
          <a:xfrm>
            <a:off x="1999405" y="8345755"/>
            <a:ext cx="2664000" cy="1903145"/>
          </a:xfrm>
          <a:prstGeom prst="foldedCorner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SG" sz="1600" b="1" dirty="0">
                <a:solidFill>
                  <a:srgbClr val="6B7A7A"/>
                </a:solidFill>
                <a:latin typeface="Nunito" pitchFamily="2" charset="0"/>
              </a:rPr>
              <a:t>monitor.py</a:t>
            </a:r>
          </a:p>
          <a:p>
            <a:pPr algn="ctr"/>
            <a:endParaRPr lang="en-SG" sz="1600" b="1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Compares recent predictions against confirmed outcomes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Logs PSI/CSI metrics to </a:t>
            </a:r>
            <a:r>
              <a:rPr lang="en-US" sz="1200" dirty="0" err="1">
                <a:solidFill>
                  <a:srgbClr val="6B7A7A"/>
                </a:solidFill>
                <a:latin typeface="Nunito" pitchFamily="2" charset="0"/>
              </a:rPr>
              <a:t>Mlflow</a:t>
            </a:r>
            <a:endParaRPr lang="en-US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Raises a drift alarm if thresholds breached</a:t>
            </a:r>
            <a:endParaRPr lang="en-SG" sz="1600" dirty="0">
              <a:solidFill>
                <a:srgbClr val="6B7A7A"/>
              </a:solidFill>
              <a:latin typeface="Nunito" pitchFamily="2" charset="0"/>
            </a:endParaRPr>
          </a:p>
        </p:txBody>
      </p:sp>
      <p:sp>
        <p:nvSpPr>
          <p:cNvPr id="127" name="Rectangle: Single Corner Rounded 126">
            <a:extLst>
              <a:ext uri="{FF2B5EF4-FFF2-40B4-BE49-F238E27FC236}">
                <a16:creationId xmlns:a16="http://schemas.microsoft.com/office/drawing/2014/main" id="{48DD4224-B04D-E7CB-AE9F-21CD3F689D0C}"/>
              </a:ext>
            </a:extLst>
          </p:cNvPr>
          <p:cNvSpPr/>
          <p:nvPr/>
        </p:nvSpPr>
        <p:spPr>
          <a:xfrm>
            <a:off x="15519566" y="6901543"/>
            <a:ext cx="914400" cy="814481"/>
          </a:xfrm>
          <a:prstGeom prst="round1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100" b="1" dirty="0">
                <a:solidFill>
                  <a:srgbClr val="6B7A7A"/>
                </a:solidFill>
                <a:latin typeface="Nunito" pitchFamily="2" charset="0"/>
              </a:rPr>
              <a:t>model_v3</a:t>
            </a:r>
            <a:endParaRPr lang="en-SG" sz="1100" dirty="0">
              <a:solidFill>
                <a:srgbClr val="6B7A7A"/>
              </a:solidFill>
              <a:latin typeface="Nunito" pitchFamily="2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F905E02-E24F-6997-A01F-88DC3E2506D5}"/>
              </a:ext>
            </a:extLst>
          </p:cNvPr>
          <p:cNvSpPr txBox="1"/>
          <p:nvPr/>
        </p:nvSpPr>
        <p:spPr>
          <a:xfrm>
            <a:off x="15554036" y="7433583"/>
            <a:ext cx="8454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Active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40" grpId="0" animBg="1"/>
      <p:bldP spid="41" grpId="0" animBg="1"/>
      <p:bldP spid="46" grpId="0" animBg="1"/>
      <p:bldP spid="48" grpId="0"/>
      <p:bldP spid="49" grpId="0" animBg="1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 animBg="1"/>
      <p:bldP spid="59" grpId="0"/>
      <p:bldP spid="61" grpId="0" animBg="1"/>
      <p:bldP spid="62" grpId="0"/>
      <p:bldP spid="63" grpId="0"/>
      <p:bldP spid="64" grpId="0"/>
      <p:bldP spid="65" grpId="0" animBg="1"/>
      <p:bldP spid="68" grpId="0" animBg="1"/>
      <p:bldP spid="69" grpId="0" animBg="1"/>
      <p:bldP spid="71" grpId="0"/>
      <p:bldP spid="72" grpId="0"/>
      <p:bldP spid="73" grpId="0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/>
      <p:bldP spid="84" grpId="0" animBg="1"/>
      <p:bldP spid="88" grpId="0" animBg="1"/>
      <p:bldP spid="92" grpId="0" animBg="1"/>
      <p:bldP spid="93" grpId="0"/>
      <p:bldP spid="94" grpId="0"/>
      <p:bldP spid="97" grpId="0" animBg="1"/>
      <p:bldP spid="99" grpId="0"/>
      <p:bldP spid="100" grpId="0" animBg="1"/>
      <p:bldP spid="102" grpId="0" animBg="1"/>
      <p:bldP spid="103" grpId="0"/>
      <p:bldP spid="104" grpId="0"/>
      <p:bldP spid="105" grpId="0" animBg="1"/>
      <p:bldP spid="106" grpId="0"/>
      <p:bldP spid="107" grpId="0" animBg="1"/>
      <p:bldP spid="108" grpId="0"/>
      <p:bldP spid="109" grpId="0"/>
      <p:bldP spid="110" grpId="0" animBg="1"/>
      <p:bldP spid="112" grpId="0" animBg="1"/>
      <p:bldP spid="114" grpId="0" animBg="1"/>
      <p:bldP spid="116" grpId="0" animBg="1"/>
      <p:bldP spid="119" grpId="0"/>
      <p:bldP spid="122" grpId="0" animBg="1"/>
      <p:bldP spid="123" grpId="0" animBg="1"/>
      <p:bldP spid="126" grpId="0" animBg="1"/>
      <p:bldP spid="127" grpId="0" animBg="1"/>
      <p:bldP spid="1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F193B-648A-32FD-7D15-6B30CD93D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8FA07BE-DE0E-4049-6707-8521E48C10E4}"/>
              </a:ext>
            </a:extLst>
          </p:cNvPr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6BE299E-019D-6E9A-EF65-233AC72F994D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6215ABB-D883-9237-327E-71395BF9C89D}"/>
                </a:ext>
              </a:extLst>
            </p:cNvPr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26E59556-D5A6-AE91-0250-D63A36B697B4}"/>
              </a:ext>
            </a:extLst>
          </p:cNvPr>
          <p:cNvSpPr txBox="1"/>
          <p:nvPr/>
        </p:nvSpPr>
        <p:spPr>
          <a:xfrm>
            <a:off x="3724666" y="3722201"/>
            <a:ext cx="9809969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4"/>
              </a:lnSpc>
            </a:pPr>
            <a:r>
              <a:rPr lang="en-US" sz="5600" b="1" dirty="0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Thank you!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34C934D-32AE-69A6-3D11-C56BFE6BB3E6}"/>
              </a:ext>
            </a:extLst>
          </p:cNvPr>
          <p:cNvSpPr txBox="1"/>
          <p:nvPr/>
        </p:nvSpPr>
        <p:spPr>
          <a:xfrm>
            <a:off x="3337709" y="5005431"/>
            <a:ext cx="10698181" cy="517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2450" dirty="0">
                <a:solidFill>
                  <a:srgbClr val="303870"/>
                </a:solidFill>
                <a:latin typeface="Nunito" pitchFamily="2" charset="0"/>
                <a:ea typeface="Nunito"/>
                <a:cs typeface="Times New Roman"/>
                <a:sym typeface="Nunito"/>
              </a:rPr>
              <a:t>For guidance ;)</a:t>
            </a:r>
            <a:endParaRPr lang="en-US" sz="2499" dirty="0">
              <a:solidFill>
                <a:srgbClr val="303870"/>
              </a:solidFill>
              <a:latin typeface="Nunito" pitchFamily="2" charset="0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634488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c98a79ca-5a9a-4791-a243-f06afd67464d}" enabled="0" method="" siteId="{c98a79ca-5a9a-4791-a243-f06afd67464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1057</Words>
  <Application>Microsoft Office PowerPoint</Application>
  <PresentationFormat>Custom</PresentationFormat>
  <Paragraphs>253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Agrandir Wide Bold</vt:lpstr>
      <vt:lpstr>Nunito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Dengue outbreak risk prediction</dc:title>
  <cp:lastModifiedBy>Gareth Wang</cp:lastModifiedBy>
  <cp:revision>27</cp:revision>
  <dcterms:created xsi:type="dcterms:W3CDTF">2006-08-16T00:00:00Z</dcterms:created>
  <dcterms:modified xsi:type="dcterms:W3CDTF">2026-05-21T12:30:26Z</dcterms:modified>
  <dc:identifier>DAHKOYQltV0</dc:identifier>
</cp:coreProperties>
</file>